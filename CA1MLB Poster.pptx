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_rels/.rels" ContentType="application/vnd.openxmlformats-package.relationships+xml"/>
  <Override PartName="/ppt/presentation.xml" ContentType="application/vnd.openxmlformats-officedocument.presentationml.presentation.main+xml"/>
  <Override PartName="/ppt/presProps.xml" ContentType="application/vnd.openxmlformats-officedocument.presentationml.presProp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_rels/presentation.xml.rels" ContentType="application/vnd.openxmlformats-package.relationships+xml"/>
  <Override PartName="/ppt/media/image1.png" ContentType="image/png"/>
  <Override PartName="/ppt/media/image2.png" ContentType="image/png"/>
  <Override PartName="/ppt/media/image4.png" ContentType="image/png"/>
  <Override PartName="/ppt/media/image12.png" ContentType="image/png"/>
  <Override PartName="/ppt/media/image5.wmf" ContentType="image/x-wmf"/>
  <Override PartName="/ppt/media/image13.png" ContentType="image/png"/>
  <Override PartName="/ppt/media/image7.wmf" ContentType="image/x-wmf"/>
  <Override PartName="/ppt/media/image15.png" ContentType="image/png"/>
  <Override PartName="/ppt/media/image16.png" ContentType="image/png"/>
  <Override PartName="/ppt/media/image8.png" ContentType="image/png"/>
  <Override PartName="/ppt/media/image9.wmf" ContentType="image/x-wmf"/>
  <Override PartName="/ppt/media/image14.png" ContentType="image/png"/>
  <Override PartName="/ppt/media/image10.jpeg" ContentType="image/jpeg"/>
  <Override PartName="/ppt/media/image6.wmf" ContentType="image/x-wmf"/>
  <Override PartName="/ppt/media/image11.png" ContentType="image/png"/>
  <Override PartName="/ppt/media/image3.png" ContentType="image/png"/>
  <Override PartName="/ppt/slideLayouts/_rels/slideLayout3.xml.rels" ContentType="application/vnd.openxmlformats-package.relationships+xml"/>
  <Override PartName="/ppt/slideLayouts/_rels/slideLayout2.xml.rels" ContentType="application/vnd.openxmlformats-package.relationships+xml"/>
  <Override PartName="/ppt/slideLayouts/_rels/slideLayout1.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Masters/_rels/notesMaster1.xml.rels" ContentType="application/vnd.openxmlformats-package.relationships+xml"/>
  <Override PartName="/ppt/notesMasters/notesMaster1.xml" ContentType="application/vnd.openxmlformats-officedocument.presentationml.notesMaster+xml"/>
  <Override PartName="/ppt/embeddings/oleObject1.bin" ContentType="application/vnd.openxmlformats-officedocument.oleObject"/>
  <Override PartName="/ppt/embeddings/oleObject2.bin" ContentType="application/vnd.openxmlformats-officedocument.oleObject"/>
  <Override PartName="/ppt/embeddings/oleObject3.bin" ContentType="application/vnd.openxmlformats-officedocument.oleObject"/>
  <Override PartName="/ppt/embeddings/oleObject4.bin" ContentType="application/vnd.openxmlformats-officedocument.oleObject"/>
  <Override PartName="/ppt/slideMasters/_rels/slideMaster3.xml.rels" ContentType="application/vnd.openxmlformats-package.relationships+xml"/>
  <Override PartName="/ppt/slideMasters/_rels/slideMaster2.xml.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_rels/slide1.xml.rels" ContentType="application/vnd.openxmlformats-package.relationships+xml"/>
  <Override PartName="/ppt/slides/slide1.xml" ContentType="application/vnd.openxmlformats-officedocument.presentationml.slide+xml"/>
  <Override PartName="/ppt/notesSlides/_rels/notesSlide1.xml.rels" ContentType="application/vnd.openxmlformats-package.relationships+xml"/>
  <Override PartName="/ppt/notesSlides/notesSlide1.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Lst>
  <p:notesMasterIdLst>
    <p:notesMasterId r:id="rId5"/>
  </p:notesMasterIdLst>
  <p:sldIdLst>
    <p:sldId id="256" r:id="rId6"/>
  </p:sldIdLst>
  <p:sldSz cx="43891200" cy="329184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4.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0" name="PlaceHolder 1"/>
          <p:cNvSpPr>
            <a:spLocks noGrp="1"/>
          </p:cNvSpPr>
          <p:nvPr>
            <p:ph type="sldImg"/>
          </p:nvPr>
        </p:nvSpPr>
        <p:spPr>
          <a:xfrm>
            <a:off x="216000" y="812520"/>
            <a:ext cx="7127280" cy="4008960"/>
          </a:xfrm>
          <a:prstGeom prst="rect">
            <a:avLst/>
          </a:prstGeom>
          <a:noFill/>
          <a:ln w="0">
            <a:noFill/>
          </a:ln>
        </p:spPr>
        <p:txBody>
          <a:bodyPr lIns="0" rIns="0" tIns="0" bIns="0" anchor="ctr">
            <a:noAutofit/>
          </a:bodyPr>
          <a:p>
            <a:r>
              <a:rPr b="0" lang="en-US" sz="8600" spc="-1" strike="noStrike">
                <a:solidFill>
                  <a:schemeClr val="dk1"/>
                </a:solidFill>
                <a:latin typeface="Calibri"/>
              </a:rPr>
              <a:t>Click to move the slide</a:t>
            </a:r>
            <a:endParaRPr b="0" lang="en-US" sz="8600" spc="-1" strike="noStrike">
              <a:solidFill>
                <a:schemeClr val="dk1"/>
              </a:solidFill>
              <a:latin typeface="Calibri"/>
            </a:endParaRPr>
          </a:p>
        </p:txBody>
      </p:sp>
      <p:sp>
        <p:nvSpPr>
          <p:cNvPr id="171"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Click to edit the notes format</a:t>
            </a:r>
            <a:endParaRPr b="0" lang="en-US" sz="2000" spc="-1" strike="noStrike">
              <a:solidFill>
                <a:srgbClr val="000000"/>
              </a:solidFill>
              <a:latin typeface="Arial"/>
            </a:endParaRPr>
          </a:p>
        </p:txBody>
      </p:sp>
      <p:sp>
        <p:nvSpPr>
          <p:cNvPr id="172" name="PlaceHolder 3"/>
          <p:cNvSpPr>
            <a:spLocks noGrp="1"/>
          </p:cNvSpPr>
          <p:nvPr>
            <p:ph type="hdr"/>
          </p:nvPr>
        </p:nvSpPr>
        <p:spPr>
          <a:xfrm>
            <a:off x="0" y="0"/>
            <a:ext cx="3280680" cy="534240"/>
          </a:xfrm>
          <a:prstGeom prst="rect">
            <a:avLst/>
          </a:prstGeom>
          <a:noFill/>
          <a:ln w="0">
            <a:noFill/>
          </a:ln>
        </p:spPr>
        <p:txBody>
          <a:bodyPr lIns="0" rIns="0" tIns="0" bIns="0" anchor="t">
            <a:noAutofit/>
          </a:bodyPr>
          <a:p>
            <a:pPr indent="0">
              <a:buNone/>
            </a:pPr>
            <a:r>
              <a:rPr b="0" lang="en-US" sz="1400" spc="-1" strike="noStrike">
                <a:solidFill>
                  <a:srgbClr val="000000"/>
                </a:solidFill>
                <a:latin typeface="Times New Roman"/>
              </a:rPr>
              <a:t>&lt;header&gt;</a:t>
            </a:r>
            <a:endParaRPr b="0" lang="en-US" sz="1400" spc="-1" strike="noStrike">
              <a:solidFill>
                <a:srgbClr val="000000"/>
              </a:solidFill>
              <a:latin typeface="Times New Roman"/>
            </a:endParaRPr>
          </a:p>
        </p:txBody>
      </p:sp>
      <p:sp>
        <p:nvSpPr>
          <p:cNvPr id="173" name="PlaceHolder 4"/>
          <p:cNvSpPr>
            <a:spLocks noGrp="1"/>
          </p:cNvSpPr>
          <p:nvPr>
            <p:ph type="dt" idx="1"/>
          </p:nvPr>
        </p:nvSpPr>
        <p:spPr>
          <a:xfrm>
            <a:off x="4278960" y="0"/>
            <a:ext cx="3280680" cy="534240"/>
          </a:xfrm>
          <a:prstGeom prst="rect">
            <a:avLst/>
          </a:prstGeom>
          <a:noFill/>
          <a:ln w="0">
            <a:noFill/>
          </a:ln>
        </p:spPr>
        <p:txBody>
          <a:bodyPr lIns="0" rIns="0" tIns="0" bIns="0" anchor="t">
            <a:noAutofit/>
          </a:bodyPr>
          <a:lstStyle>
            <a:lvl1pPr indent="0" algn="r">
              <a:buNone/>
              <a:defRPr b="0" lang="en-US" sz="1400" spc="-1" strike="noStrike">
                <a:solidFill>
                  <a:srgbClr val="000000"/>
                </a:solidFill>
                <a:latin typeface="Times New Roman"/>
              </a:defRPr>
            </a:lvl1pPr>
          </a:lstStyle>
          <a:p>
            <a:pPr indent="0" algn="r">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174" name="PlaceHolder 5"/>
          <p:cNvSpPr>
            <a:spLocks noGrp="1"/>
          </p:cNvSpPr>
          <p:nvPr>
            <p:ph type="ftr" idx="2"/>
          </p:nvPr>
        </p:nvSpPr>
        <p:spPr>
          <a:xfrm>
            <a:off x="0" y="10157400"/>
            <a:ext cx="3280680" cy="534240"/>
          </a:xfrm>
          <a:prstGeom prst="rect">
            <a:avLst/>
          </a:prstGeom>
          <a:noFill/>
          <a:ln w="0">
            <a:noFill/>
          </a:ln>
        </p:spPr>
        <p:txBody>
          <a:bodyPr lIns="0" rIns="0" tIns="0" bIns="0" anchor="b">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75" name="PlaceHolder 6"/>
          <p:cNvSpPr>
            <a:spLocks noGrp="1"/>
          </p:cNvSpPr>
          <p:nvPr>
            <p:ph type="sldNum" idx="3"/>
          </p:nvPr>
        </p:nvSpPr>
        <p:spPr>
          <a:xfrm>
            <a:off x="4278960" y="10157400"/>
            <a:ext cx="3280680" cy="534240"/>
          </a:xfrm>
          <a:prstGeom prst="rect">
            <a:avLst/>
          </a:prstGeom>
          <a:noFill/>
          <a:ln w="0">
            <a:noFill/>
          </a:ln>
        </p:spPr>
        <p:txBody>
          <a:bodyPr lIns="0" rIns="0" tIns="0" bIns="0" anchor="b">
            <a:noAutofit/>
          </a:bodyPr>
          <a:lstStyle>
            <a:lvl1pPr indent="0" algn="r">
              <a:buNone/>
              <a:defRPr b="0" lang="en-US" sz="1400" spc="-1" strike="noStrike">
                <a:solidFill>
                  <a:srgbClr val="000000"/>
                </a:solidFill>
                <a:latin typeface="Times New Roman"/>
              </a:defRPr>
            </a:lvl1pPr>
          </a:lstStyle>
          <a:p>
            <a:pPr indent="0" algn="r">
              <a:buNone/>
            </a:pPr>
            <a:fld id="{1BE4415A-F378-451B-BFE8-2AF79ECE7A83}" type="slidenum">
              <a:rPr b="0" lang="en-US" sz="1400" spc="-1" strike="noStrike">
                <a:solidFill>
                  <a:srgbClr val="000000"/>
                </a:solidFill>
                <a:latin typeface="Times New Roman"/>
              </a:rPr>
              <a:t>&lt;number&gt;</a:t>
            </a:fld>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2" name="PlaceHolder 1"/>
          <p:cNvSpPr>
            <a:spLocks noGrp="1"/>
          </p:cNvSpPr>
          <p:nvPr>
            <p:ph type="sldImg"/>
          </p:nvPr>
        </p:nvSpPr>
        <p:spPr>
          <a:xfrm>
            <a:off x="1143000" y="685800"/>
            <a:ext cx="4571640" cy="3428640"/>
          </a:xfrm>
          <a:prstGeom prst="rect">
            <a:avLst/>
          </a:prstGeom>
          <a:ln w="0">
            <a:noFill/>
          </a:ln>
        </p:spPr>
      </p:sp>
      <p:sp>
        <p:nvSpPr>
          <p:cNvPr id="213"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214" name="PlaceHolder 3"/>
          <p:cNvSpPr>
            <a:spLocks noGrp="1"/>
          </p:cNvSpPr>
          <p:nvPr>
            <p:ph type="sldNum" idx="4"/>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07958147-11A6-4125-8C0A-3944E27712A8}"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tandard 4 columns">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tandard 3 columns">
    <p:spTree>
      <p:nvGrpSpPr>
        <p:cNvPr id="1" name=""/>
        <p:cNvGrpSpPr/>
        <p:nvPr/>
      </p:nvGrpSpPr>
      <p:grpSpPr>
        <a:xfrm>
          <a:off x="0" y="0"/>
          <a:ext cx="0" cy="0"/>
          <a:chOff x="0" y="0"/>
          <a:chExt cx="0" cy="0"/>
        </a:xfrm>
      </p:grpSpPr>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Wide center column">
    <p:spTree>
      <p:nvGrpSpPr>
        <p:cNvPr id="1" name=""/>
        <p:cNvGrpSpPr/>
        <p:nvPr/>
      </p:nvGrpSpPr>
      <p:grpSpPr>
        <a:xfrm>
          <a:off x="0" y="0"/>
          <a:ext cx="0" cy="0"/>
          <a:chOff x="0" y="0"/>
          <a:chExt cx="0" cy="0"/>
        </a:xfrm>
      </p:grpSpPr>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oleObject" Target="../embeddings/oleObject1.bin"/><Relationship Id="rId8" Type="http://schemas.openxmlformats.org/officeDocument/2006/relationships/image" Target="../media/image5.wmf"/><Relationship Id="rId9" Type="http://schemas.openxmlformats.org/officeDocument/2006/relationships/oleObject" Target="../embeddings/oleObject2.bin"/><Relationship Id="rId10" Type="http://schemas.openxmlformats.org/officeDocument/2006/relationships/image" Target="../media/image6.wmf"/><Relationship Id="rId11" Type="http://schemas.openxmlformats.org/officeDocument/2006/relationships/oleObject" Target="../embeddings/oleObject3.bin"/><Relationship Id="rId12" Type="http://schemas.openxmlformats.org/officeDocument/2006/relationships/image" Target="../media/image7.wmf"/><Relationship Id="rId13" Type="http://schemas.openxmlformats.org/officeDocument/2006/relationships/image" Target="../media/image8.png"/><Relationship Id="rId14" Type="http://schemas.openxmlformats.org/officeDocument/2006/relationships/oleObject" Target="../embeddings/oleObject4.bin"/><Relationship Id="rId15" Type="http://schemas.openxmlformats.org/officeDocument/2006/relationships/image" Target="../media/image9.wmf"/><Relationship Id="rId16" Type="http://schemas.openxmlformats.org/officeDocument/2006/relationships/image" Target="../media/image10.jpeg"/><Relationship Id="rId17"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oleObject" Target="../embeddings/oleObject1.bin"/><Relationship Id="rId3" Type="http://schemas.openxmlformats.org/officeDocument/2006/relationships/image" Target="../media/image7.wmf"/><Relationship Id="rId4" Type="http://schemas.openxmlformats.org/officeDocument/2006/relationships/image" Target="../media/image8.png"/><Relationship Id="rId5" Type="http://schemas.openxmlformats.org/officeDocument/2006/relationships/oleObject" Target="../embeddings/oleObject2.bin"/><Relationship Id="rId6" Type="http://schemas.openxmlformats.org/officeDocument/2006/relationships/image" Target="../media/image9.wmf"/><Relationship Id="rId7" Type="http://schemas.openxmlformats.org/officeDocument/2006/relationships/image" Target="../media/image10.jpeg"/><Relationship Id="rId8" Type="http://schemas.openxmlformats.org/officeDocument/2006/relationships/image" Target="../media/image1.png"/><Relationship Id="rId9" Type="http://schemas.openxmlformats.org/officeDocument/2006/relationships/image" Target="../media/image2.png"/><Relationship Id="rId10" Type="http://schemas.openxmlformats.org/officeDocument/2006/relationships/image" Target="../media/image3.png"/><Relationship Id="rId11" Type="http://schemas.openxmlformats.org/officeDocument/2006/relationships/image" Target="../media/image3.png"/><Relationship Id="rId12" Type="http://schemas.openxmlformats.org/officeDocument/2006/relationships/image" Target="../media/image4.png"/><Relationship Id="rId13" Type="http://schemas.openxmlformats.org/officeDocument/2006/relationships/oleObject" Target="../embeddings/oleObject3.bin"/><Relationship Id="rId14" Type="http://schemas.openxmlformats.org/officeDocument/2006/relationships/image" Target="../media/image5.wmf"/><Relationship Id="rId15" Type="http://schemas.openxmlformats.org/officeDocument/2006/relationships/oleObject" Target="../embeddings/oleObject4.bin"/><Relationship Id="rId16" Type="http://schemas.openxmlformats.org/officeDocument/2006/relationships/image" Target="../media/image6.wmf"/><Relationship Id="rId17"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oleObject" Target="../embeddings/oleObject1.bin"/><Relationship Id="rId3" Type="http://schemas.openxmlformats.org/officeDocument/2006/relationships/image" Target="../media/image7.wmf"/><Relationship Id="rId4" Type="http://schemas.openxmlformats.org/officeDocument/2006/relationships/image" Target="../media/image8.png"/><Relationship Id="rId5" Type="http://schemas.openxmlformats.org/officeDocument/2006/relationships/oleObject" Target="../embeddings/oleObject2.bin"/><Relationship Id="rId6" Type="http://schemas.openxmlformats.org/officeDocument/2006/relationships/image" Target="../media/image9.wmf"/><Relationship Id="rId7" Type="http://schemas.openxmlformats.org/officeDocument/2006/relationships/image" Target="../media/image10.jpeg"/><Relationship Id="rId8" Type="http://schemas.openxmlformats.org/officeDocument/2006/relationships/image" Target="../media/image1.png"/><Relationship Id="rId9" Type="http://schemas.openxmlformats.org/officeDocument/2006/relationships/image" Target="../media/image2.png"/><Relationship Id="rId10" Type="http://schemas.openxmlformats.org/officeDocument/2006/relationships/image" Target="../media/image3.png"/><Relationship Id="rId11" Type="http://schemas.openxmlformats.org/officeDocument/2006/relationships/image" Target="../media/image3.png"/><Relationship Id="rId12" Type="http://schemas.openxmlformats.org/officeDocument/2006/relationships/image" Target="../media/image4.png"/><Relationship Id="rId13" Type="http://schemas.openxmlformats.org/officeDocument/2006/relationships/oleObject" Target="../embeddings/oleObject3.bin"/><Relationship Id="rId14" Type="http://schemas.openxmlformats.org/officeDocument/2006/relationships/image" Target="../media/image5.wmf"/><Relationship Id="rId15" Type="http://schemas.openxmlformats.org/officeDocument/2006/relationships/oleObject" Target="../embeddings/oleObject4.bin"/><Relationship Id="rId16" Type="http://schemas.openxmlformats.org/officeDocument/2006/relationships/image" Target="../media/image6.wmf"/><Relationship Id="rId17" Type="http://schemas.openxmlformats.org/officeDocument/2006/relationships/slideLayout" Target="../slideLayouts/slideLayout3.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gradFill rotWithShape="0">
          <a:gsLst>
            <a:gs pos="0">
              <a:srgbClr val="2c3f71"/>
            </a:gs>
            <a:gs pos="34000">
              <a:srgbClr val="b4bcca"/>
            </a:gs>
            <a:gs pos="100000">
              <a:srgbClr val="e3e8f4"/>
            </a:gs>
          </a:gsLst>
          <a:lin ang="16200000"/>
        </a:gradFill>
      </p:bgPr>
    </p:bg>
    <p:spTree>
      <p:nvGrpSpPr>
        <p:cNvPr id="1" name=""/>
        <p:cNvGrpSpPr/>
        <p:nvPr/>
      </p:nvGrpSpPr>
      <p:grpSpPr>
        <a:xfrm>
          <a:off x="0" y="0"/>
          <a:ext cx="0" cy="0"/>
          <a:chOff x="0" y="0"/>
          <a:chExt cx="0" cy="0"/>
        </a:xfrm>
      </p:grpSpPr>
      <p:sp>
        <p:nvSpPr>
          <p:cNvPr id="0" name="Rectangle 36"/>
          <p:cNvSpPr/>
          <p:nvPr/>
        </p:nvSpPr>
        <p:spPr>
          <a:xfrm>
            <a:off x="0" y="0"/>
            <a:ext cx="43890840" cy="4800240"/>
          </a:xfrm>
          <a:prstGeom prst="rect">
            <a:avLst/>
          </a:prstGeom>
          <a:solidFill>
            <a:schemeClr val="accent5">
              <a:lumMod val="75000"/>
            </a:schemeClr>
          </a:solidFill>
          <a:ln w="9525">
            <a:solidFill>
              <a:srgbClr val="000000"/>
            </a:solidFill>
            <a:miter/>
          </a:ln>
        </p:spPr>
        <p:style>
          <a:lnRef idx="0"/>
          <a:fillRef idx="0"/>
          <a:effectRef idx="0"/>
          <a:fontRef idx="minor"/>
        </p:style>
        <p:txBody>
          <a:bodyPr wrap="none" anchor="ctr">
            <a:noAutofit/>
          </a:bodyPr>
          <a:p>
            <a:pPr defTabSz="4388760">
              <a:lnSpc>
                <a:spcPct val="100000"/>
              </a:lnSpc>
            </a:pPr>
            <a:endParaRPr b="0" lang="en-US" sz="8600" spc="-1" strike="noStrike">
              <a:solidFill>
                <a:schemeClr val="dk1"/>
              </a:solidFill>
              <a:latin typeface="Calibri"/>
            </a:endParaRPr>
          </a:p>
        </p:txBody>
      </p:sp>
      <p:sp>
        <p:nvSpPr>
          <p:cNvPr id="1" name="Rectangle 9"/>
          <p:cNvSpPr/>
          <p:nvPr/>
        </p:nvSpPr>
        <p:spPr>
          <a:xfrm>
            <a:off x="0" y="4800600"/>
            <a:ext cx="43890840" cy="45360"/>
          </a:xfrm>
          <a:prstGeom prst="rect">
            <a:avLst/>
          </a:prstGeom>
          <a:solidFill>
            <a:schemeClr val="accent5">
              <a:lumMod val="50000"/>
            </a:schemeClr>
          </a:solidFill>
          <a:ln w="152400">
            <a:solidFill>
              <a:srgbClr val="738ac8">
                <a:lumMod val="50000"/>
              </a:srgbClr>
            </a:solidFill>
            <a:miter/>
          </a:ln>
        </p:spPr>
        <p:style>
          <a:lnRef idx="0"/>
          <a:fillRef idx="0"/>
          <a:effectRef idx="0"/>
          <a:fontRef idx="minor"/>
        </p:style>
        <p:txBody>
          <a:bodyPr wrap="none" tIns="22680" bIns="22680" anchor="ctr">
            <a:noAutofit/>
          </a:bodyPr>
          <a:p>
            <a:pPr defTabSz="4388760">
              <a:lnSpc>
                <a:spcPct val="100000"/>
              </a:lnSpc>
            </a:pPr>
            <a:endParaRPr b="0" lang="en-US" sz="8600" spc="-1" strike="noStrike">
              <a:solidFill>
                <a:schemeClr val="dk1"/>
              </a:solidFill>
              <a:latin typeface="Calibri"/>
            </a:endParaRPr>
          </a:p>
        </p:txBody>
      </p:sp>
      <p:sp>
        <p:nvSpPr>
          <p:cNvPr id="2" name="Text Box 14"/>
          <p:cNvSpPr/>
          <p:nvPr/>
        </p:nvSpPr>
        <p:spPr>
          <a:xfrm>
            <a:off x="1567440" y="32315760"/>
            <a:ext cx="2514240" cy="319320"/>
          </a:xfrm>
          <a:prstGeom prst="rect">
            <a:avLst/>
          </a:prstGeom>
          <a:noFill/>
          <a:ln w="9525">
            <a:noFill/>
          </a:ln>
        </p:spPr>
        <p:style>
          <a:lnRef idx="0"/>
          <a:fillRef idx="0"/>
          <a:effectRef idx="0"/>
          <a:fontRef idx="minor"/>
        </p:style>
        <p:txBody>
          <a:bodyPr anchor="t">
            <a:spAutoFit/>
          </a:bodyPr>
          <a:p>
            <a:pPr defTabSz="4388760">
              <a:lnSpc>
                <a:spcPct val="65000"/>
              </a:lnSpc>
              <a:spcBef>
                <a:spcPts val="249"/>
              </a:spcBef>
            </a:pPr>
            <a:r>
              <a:rPr b="1" lang="en-US" sz="500" spc="-1" strike="noStrike">
                <a:solidFill>
                  <a:schemeClr val="lt1">
                    <a:lumMod val="75000"/>
                  </a:schemeClr>
                </a:solidFill>
                <a:latin typeface="Arial"/>
              </a:rPr>
              <a:t>RESEARCH POSTER PRESENTATION DESIGN © 2015</a:t>
            </a:r>
            <a:endParaRPr b="0" lang="en-US" sz="500" spc="-1" strike="noStrike">
              <a:solidFill>
                <a:srgbClr val="ffffff"/>
              </a:solidFill>
              <a:latin typeface="Arial"/>
            </a:endParaRPr>
          </a:p>
          <a:p>
            <a:pPr defTabSz="4388760">
              <a:lnSpc>
                <a:spcPct val="65000"/>
              </a:lnSpc>
              <a:spcBef>
                <a:spcPts val="550"/>
              </a:spcBef>
            </a:pPr>
            <a:r>
              <a:rPr b="1" lang="en-US" sz="1100" spc="-1" strike="noStrike">
                <a:solidFill>
                  <a:schemeClr val="lt1">
                    <a:lumMod val="75000"/>
                  </a:schemeClr>
                </a:solidFill>
                <a:latin typeface="Arial"/>
              </a:rPr>
              <a:t>www.PosterPresentations.com</a:t>
            </a:r>
            <a:endParaRPr b="0" lang="en-US" sz="1100" spc="-1" strike="noStrike">
              <a:solidFill>
                <a:srgbClr val="ffffff"/>
              </a:solidFill>
              <a:latin typeface="Arial"/>
            </a:endParaRPr>
          </a:p>
        </p:txBody>
      </p:sp>
      <p:sp>
        <p:nvSpPr>
          <p:cNvPr id="3" name="Rounded Rectangle 1"/>
          <p:cNvSpPr/>
          <p:nvPr/>
        </p:nvSpPr>
        <p:spPr>
          <a:xfrm>
            <a:off x="477720" y="5475240"/>
            <a:ext cx="10058040" cy="26736480"/>
          </a:xfrm>
          <a:prstGeom prst="roundRect">
            <a:avLst>
              <a:gd name="adj" fmla="val 4178"/>
            </a:avLst>
          </a:prstGeom>
          <a:gradFill rotWithShape="0">
            <a:gsLst>
              <a:gs pos="0">
                <a:srgbClr val="cdd2de"/>
              </a:gs>
              <a:gs pos="100000">
                <a:srgbClr val="f3f5fa"/>
              </a:gs>
            </a:gsLst>
            <a:lin ang="16200000"/>
          </a:gradFill>
          <a:ln>
            <a:solidFill>
              <a:srgbClr val="738ac8">
                <a:lumMod val="50000"/>
                <a:alpha val="58000"/>
              </a:srgbClr>
            </a:solidFill>
            <a:round/>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4388760">
              <a:lnSpc>
                <a:spcPct val="100000"/>
              </a:lnSpc>
            </a:pPr>
            <a:endParaRPr b="0" lang="en-US" sz="8600" spc="-1" strike="noStrike">
              <a:solidFill>
                <a:schemeClr val="lt1"/>
              </a:solidFill>
              <a:latin typeface="Calibri"/>
            </a:endParaRPr>
          </a:p>
        </p:txBody>
      </p:sp>
      <p:sp>
        <p:nvSpPr>
          <p:cNvPr id="4" name="Rounded Rectangle 22"/>
          <p:cNvSpPr/>
          <p:nvPr/>
        </p:nvSpPr>
        <p:spPr>
          <a:xfrm>
            <a:off x="11439360" y="5475240"/>
            <a:ext cx="10058040" cy="26736480"/>
          </a:xfrm>
          <a:prstGeom prst="roundRect">
            <a:avLst>
              <a:gd name="adj" fmla="val 4494"/>
            </a:avLst>
          </a:prstGeom>
          <a:gradFill rotWithShape="0">
            <a:gsLst>
              <a:gs pos="0">
                <a:srgbClr val="cdd2de"/>
              </a:gs>
              <a:gs pos="100000">
                <a:srgbClr val="f3f5fa"/>
              </a:gs>
            </a:gsLst>
            <a:lin ang="16200000"/>
          </a:gradFill>
          <a:ln>
            <a:solidFill>
              <a:srgbClr val="738ac8">
                <a:lumMod val="50000"/>
                <a:alpha val="58000"/>
              </a:srgbClr>
            </a:solidFill>
            <a:round/>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4388760">
              <a:lnSpc>
                <a:spcPct val="100000"/>
              </a:lnSpc>
            </a:pPr>
            <a:endParaRPr b="0" lang="en-US" sz="8600" spc="-1" strike="noStrike">
              <a:solidFill>
                <a:schemeClr val="lt1"/>
              </a:solidFill>
              <a:latin typeface="Calibri"/>
            </a:endParaRPr>
          </a:p>
        </p:txBody>
      </p:sp>
      <p:sp>
        <p:nvSpPr>
          <p:cNvPr id="5" name="Rounded Rectangle 23"/>
          <p:cNvSpPr/>
          <p:nvPr/>
        </p:nvSpPr>
        <p:spPr>
          <a:xfrm>
            <a:off x="22401360" y="5475240"/>
            <a:ext cx="10058040" cy="26736480"/>
          </a:xfrm>
          <a:prstGeom prst="roundRect">
            <a:avLst>
              <a:gd name="adj" fmla="val 4810"/>
            </a:avLst>
          </a:prstGeom>
          <a:gradFill rotWithShape="0">
            <a:gsLst>
              <a:gs pos="0">
                <a:srgbClr val="cdd2de"/>
              </a:gs>
              <a:gs pos="100000">
                <a:srgbClr val="f3f5fa"/>
              </a:gs>
            </a:gsLst>
            <a:lin ang="16200000"/>
          </a:gradFill>
          <a:ln>
            <a:solidFill>
              <a:srgbClr val="738ac8">
                <a:lumMod val="50000"/>
                <a:alpha val="58000"/>
              </a:srgbClr>
            </a:solidFill>
            <a:round/>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4388760">
              <a:lnSpc>
                <a:spcPct val="100000"/>
              </a:lnSpc>
            </a:pPr>
            <a:endParaRPr b="0" lang="en-US" sz="8600" spc="-1" strike="noStrike">
              <a:solidFill>
                <a:schemeClr val="lt1"/>
              </a:solidFill>
              <a:latin typeface="Calibri"/>
            </a:endParaRPr>
          </a:p>
        </p:txBody>
      </p:sp>
      <p:sp>
        <p:nvSpPr>
          <p:cNvPr id="6" name="Rounded Rectangle 25"/>
          <p:cNvSpPr/>
          <p:nvPr/>
        </p:nvSpPr>
        <p:spPr>
          <a:xfrm>
            <a:off x="33363000" y="5475240"/>
            <a:ext cx="10058040" cy="26736480"/>
          </a:xfrm>
          <a:prstGeom prst="roundRect">
            <a:avLst>
              <a:gd name="adj" fmla="val 3863"/>
            </a:avLst>
          </a:prstGeom>
          <a:gradFill rotWithShape="0">
            <a:gsLst>
              <a:gs pos="0">
                <a:srgbClr val="cdd2de"/>
              </a:gs>
              <a:gs pos="100000">
                <a:srgbClr val="f3f5fa"/>
              </a:gs>
            </a:gsLst>
            <a:lin ang="16200000"/>
          </a:gradFill>
          <a:ln>
            <a:solidFill>
              <a:srgbClr val="738ac8">
                <a:lumMod val="50000"/>
                <a:alpha val="58000"/>
              </a:srgbClr>
            </a:solidFill>
            <a:round/>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4388760">
              <a:lnSpc>
                <a:spcPct val="100000"/>
              </a:lnSpc>
            </a:pPr>
            <a:endParaRPr b="0" lang="en-US" sz="8600" spc="-1" strike="noStrike">
              <a:solidFill>
                <a:schemeClr val="lt1"/>
              </a:solidFill>
              <a:latin typeface="Calibri"/>
            </a:endParaRPr>
          </a:p>
        </p:txBody>
      </p:sp>
      <p:grpSp>
        <p:nvGrpSpPr>
          <p:cNvPr id="7" name="Group 29"/>
          <p:cNvGrpSpPr/>
          <p:nvPr/>
        </p:nvGrpSpPr>
        <p:grpSpPr>
          <a:xfrm>
            <a:off x="-11225160" y="0"/>
            <a:ext cx="11018520" cy="32918040"/>
            <a:chOff x="-11225160" y="0"/>
            <a:chExt cx="11018520" cy="32918040"/>
          </a:xfrm>
        </p:grpSpPr>
        <p:sp>
          <p:nvSpPr>
            <p:cNvPr id="8" name="Rectangle 30"/>
            <p:cNvSpPr/>
            <p:nvPr/>
          </p:nvSpPr>
          <p:spPr>
            <a:xfrm>
              <a:off x="-11216160" y="0"/>
              <a:ext cx="11009520" cy="32918040"/>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p:style>
          <p:txBody>
            <a:bodyPr lIns="457200" rIns="457200" tIns="457200" bIns="0" anchor="t">
              <a:noAutofit/>
            </a:bodyPr>
            <a:p>
              <a:pPr algn="ctr" defTabSz="1518480">
                <a:lnSpc>
                  <a:spcPct val="100000"/>
                </a:lnSpc>
                <a:tabLst>
                  <a:tab algn="l" pos="0"/>
                </a:tabLst>
              </a:pPr>
              <a:r>
                <a:rPr b="1" lang="en-US" sz="3200" spc="-1" strike="noStrike">
                  <a:solidFill>
                    <a:srgbClr val="ff0000"/>
                  </a:solidFill>
                  <a:latin typeface="Trebuchet MS"/>
                </a:rPr>
                <a:t>(—THIS SIDEBAR DOES NOT PRINT—)</a:t>
              </a:r>
              <a:endParaRPr b="0" lang="en-US" sz="3200" spc="-1" strike="noStrike">
                <a:solidFill>
                  <a:srgbClr val="ffffff"/>
                </a:solidFill>
                <a:latin typeface="Arial"/>
              </a:endParaRPr>
            </a:p>
            <a:p>
              <a:pPr algn="ctr" defTabSz="4388760">
                <a:lnSpc>
                  <a:spcPct val="100000"/>
                </a:lnSpc>
                <a:tabLst>
                  <a:tab algn="l" pos="0"/>
                </a:tabLst>
              </a:pPr>
              <a:r>
                <a:rPr b="1" lang="en-US" sz="4000" spc="599" strike="noStrike">
                  <a:solidFill>
                    <a:schemeClr val="lt1"/>
                  </a:solidFill>
                  <a:latin typeface="Trebuchet MS"/>
                </a:rPr>
                <a:t>DESIGN GUIDE</a:t>
              </a:r>
              <a:endParaRPr b="0" lang="en-US" sz="4000" spc="-1" strike="noStrike">
                <a:solidFill>
                  <a:srgbClr val="ffffff"/>
                </a:solidFill>
                <a:latin typeface="Arial"/>
              </a:endParaRPr>
            </a:p>
            <a:p>
              <a:pPr algn="ctr" defTabSz="4388760">
                <a:lnSpc>
                  <a:spcPct val="100000"/>
                </a:lnSpc>
                <a:tabLst>
                  <a:tab algn="l" pos="0"/>
                </a:tabLst>
              </a:pPr>
              <a:endParaRPr b="0" lang="en-US" sz="2800" spc="-1" strike="noStrike">
                <a:solidFill>
                  <a:srgbClr val="ffffff"/>
                </a:solidFill>
                <a:latin typeface="Arial"/>
              </a:endParaRPr>
            </a:p>
            <a:p>
              <a:pPr defTabSz="3765600">
                <a:lnSpc>
                  <a:spcPct val="100000"/>
                </a:lnSpc>
                <a:tabLst>
                  <a:tab algn="l" pos="0"/>
                </a:tabLst>
              </a:pPr>
              <a:r>
                <a:rPr b="0" lang="en-US" sz="2800" spc="-1" strike="noStrike">
                  <a:solidFill>
                    <a:schemeClr val="lt1"/>
                  </a:solidFill>
                  <a:latin typeface="Trebuchet MS"/>
                </a:rPr>
                <a:t>This PowerPoint 2007 template produces a 36”x48” presentation poster. You can use it to create your research poster and save valuable time placing titles, subtitles, text, and graphics. </a:t>
              </a:r>
              <a:endParaRPr b="0" lang="en-US" sz="2800" spc="-1" strike="noStrike">
                <a:solidFill>
                  <a:srgbClr val="ffffff"/>
                </a:solidFill>
                <a:latin typeface="Arial"/>
              </a:endParaRPr>
            </a:p>
            <a:p>
              <a:pPr defTabSz="3765600">
                <a:lnSpc>
                  <a:spcPct val="100000"/>
                </a:lnSpc>
                <a:tabLst>
                  <a:tab algn="l" pos="0"/>
                </a:tabLst>
              </a:pPr>
              <a:endParaRPr b="0" lang="en-US" sz="2800" spc="-1" strike="noStrike">
                <a:solidFill>
                  <a:srgbClr val="ffffff"/>
                </a:solidFill>
                <a:latin typeface="Arial"/>
              </a:endParaRPr>
            </a:p>
            <a:p>
              <a:pPr defTabSz="4389120">
                <a:lnSpc>
                  <a:spcPct val="100000"/>
                </a:lnSpc>
                <a:tabLst>
                  <a:tab algn="l" pos="0"/>
                </a:tabLst>
              </a:pPr>
              <a:r>
                <a:rPr b="0" lang="en-US" sz="2800" spc="-1" strike="noStrike">
                  <a:solidFill>
                    <a:schemeClr val="lt1"/>
                  </a:solidFill>
                  <a:latin typeface="Trebuchet MS"/>
                </a:rPr>
                <a:t>We provide a series of online tutorials that will guide you through the poster design process and answer your poster production questions. To view our template tutorials, go online to </a:t>
              </a:r>
              <a:r>
                <a:rPr b="1" lang="en-US" sz="2800" spc="-1" strike="noStrike">
                  <a:solidFill>
                    <a:srgbClr val="ffc000"/>
                  </a:solidFill>
                  <a:latin typeface="Trebuchet MS"/>
                </a:rPr>
                <a:t>PosterPresentations.com</a:t>
              </a:r>
              <a:r>
                <a:rPr b="1" lang="en-US" sz="2800" spc="-1" strike="noStrike">
                  <a:solidFill>
                    <a:schemeClr val="lt1"/>
                  </a:solidFill>
                  <a:latin typeface="Trebuchet MS"/>
                </a:rPr>
                <a:t> </a:t>
              </a:r>
              <a:r>
                <a:rPr b="0" lang="en-US" sz="2800" spc="-1" strike="noStrike">
                  <a:solidFill>
                    <a:schemeClr val="lt1"/>
                  </a:solidFill>
                  <a:latin typeface="Trebuchet MS"/>
                </a:rPr>
                <a:t>and click on HELP DESK.</a:t>
              </a:r>
              <a:endParaRPr b="0" lang="en-US" sz="2800" spc="-1" strike="noStrike">
                <a:solidFill>
                  <a:srgbClr val="ffffff"/>
                </a:solidFill>
                <a:latin typeface="Arial"/>
              </a:endParaRPr>
            </a:p>
            <a:p>
              <a:pPr defTabSz="4389120">
                <a:lnSpc>
                  <a:spcPct val="100000"/>
                </a:lnSpc>
                <a:tabLst>
                  <a:tab algn="l" pos="0"/>
                </a:tabLst>
              </a:pPr>
              <a:endParaRPr b="0" lang="en-US" sz="2800" spc="-1" strike="noStrike">
                <a:solidFill>
                  <a:srgbClr val="ffffff"/>
                </a:solidFill>
                <a:latin typeface="Arial"/>
              </a:endParaRPr>
            </a:p>
            <a:p>
              <a:pPr defTabSz="4389120">
                <a:lnSpc>
                  <a:spcPct val="100000"/>
                </a:lnSpc>
                <a:tabLst>
                  <a:tab algn="l" pos="0"/>
                </a:tabLst>
              </a:pPr>
              <a:r>
                <a:rPr b="0" lang="en-US" sz="2800" spc="-1" strike="noStrike">
                  <a:solidFill>
                    <a:schemeClr val="lt1"/>
                  </a:solidFill>
                  <a:latin typeface="Trebuchet MS"/>
                </a:rPr>
                <a:t>When you are ready to print your poster, go online to PosterPresentations.com</a:t>
              </a:r>
              <a:br>
                <a:rPr sz="2800"/>
              </a:br>
              <a:endParaRPr b="0" lang="en-US" sz="2800" spc="-1" strike="noStrike">
                <a:solidFill>
                  <a:srgbClr val="ffffff"/>
                </a:solidFill>
                <a:latin typeface="Arial"/>
              </a:endParaRPr>
            </a:p>
            <a:p>
              <a:pPr defTabSz="3765600">
                <a:lnSpc>
                  <a:spcPct val="100000"/>
                </a:lnSpc>
                <a:tabLst>
                  <a:tab algn="l" pos="0"/>
                </a:tabLst>
              </a:pPr>
              <a:r>
                <a:rPr b="0" lang="en-US" sz="2800" spc="-1" strike="noStrike">
                  <a:solidFill>
                    <a:schemeClr val="lt1"/>
                  </a:solidFill>
                  <a:latin typeface="Trebuchet MS"/>
                </a:rPr>
                <a:t>Need assistance? Call us at </a:t>
              </a:r>
              <a:r>
                <a:rPr b="0" lang="en-US" sz="2800" spc="-1" strike="noStrike">
                  <a:solidFill>
                    <a:srgbClr val="ffc000"/>
                  </a:solidFill>
                  <a:latin typeface="Trebuchet MS"/>
                </a:rPr>
                <a:t>1.510.649.3001</a:t>
              </a:r>
              <a:endParaRPr b="0" lang="en-US" sz="2800" spc="-1" strike="noStrike">
                <a:solidFill>
                  <a:srgbClr val="ffffff"/>
                </a:solidFill>
                <a:latin typeface="Arial"/>
              </a:endParaRPr>
            </a:p>
            <a:p>
              <a:pPr defTabSz="3765600">
                <a:lnSpc>
                  <a:spcPct val="100000"/>
                </a:lnSpc>
                <a:tabLst>
                  <a:tab algn="l" pos="0"/>
                </a:tabLst>
              </a:pPr>
              <a:endParaRPr b="0" lang="en-US" sz="3600" spc="-1" strike="noStrike">
                <a:solidFill>
                  <a:srgbClr val="ffffff"/>
                </a:solidFill>
                <a:latin typeface="Arial"/>
              </a:endParaRPr>
            </a:p>
            <a:p>
              <a:pPr algn="ctr" defTabSz="4388760">
                <a:lnSpc>
                  <a:spcPct val="100000"/>
                </a:lnSpc>
                <a:tabLst>
                  <a:tab algn="l" pos="0"/>
                </a:tabLst>
              </a:pPr>
              <a:endParaRPr b="0" lang="en-US" sz="2400" spc="-1" strike="noStrike">
                <a:solidFill>
                  <a:srgbClr val="ffffff"/>
                </a:solidFill>
                <a:latin typeface="Arial"/>
              </a:endParaRPr>
            </a:p>
            <a:p>
              <a:pPr algn="ctr" defTabSz="4388760">
                <a:lnSpc>
                  <a:spcPct val="100000"/>
                </a:lnSpc>
                <a:tabLst>
                  <a:tab algn="l" pos="0"/>
                </a:tabLst>
              </a:pPr>
              <a:r>
                <a:rPr b="1" lang="en-US" sz="4000" spc="599" strike="noStrike">
                  <a:solidFill>
                    <a:schemeClr val="lt1"/>
                  </a:solidFill>
                  <a:latin typeface="Trebuchet MS"/>
                </a:rPr>
                <a:t>QUICK START</a:t>
              </a:r>
              <a:endParaRPr b="0" lang="en-US" sz="4000" spc="-1" strike="noStrike">
                <a:solidFill>
                  <a:srgbClr val="ffffff"/>
                </a:solidFill>
                <a:latin typeface="Arial"/>
              </a:endParaRPr>
            </a:p>
            <a:p>
              <a:pPr algn="ctr" defTabSz="4388760">
                <a:lnSpc>
                  <a:spcPct val="100000"/>
                </a:lnSpc>
                <a:tabLst>
                  <a:tab algn="l" pos="0"/>
                </a:tabLst>
              </a:pPr>
              <a:endParaRPr b="0" lang="en-US" sz="3200" spc="-1" strike="noStrike">
                <a:solidFill>
                  <a:srgbClr val="ffffff"/>
                </a:solidFill>
                <a:latin typeface="Arial"/>
              </a:endParaRPr>
            </a:p>
            <a:p>
              <a:pPr algn="ctr" defTabSz="4388760">
                <a:lnSpc>
                  <a:spcPct val="100000"/>
                </a:lnSpc>
                <a:tabLst>
                  <a:tab algn="l" pos="0"/>
                </a:tabLst>
              </a:pPr>
              <a:r>
                <a:rPr b="1" lang="en-US" sz="3200" spc="-1" strike="noStrike">
                  <a:solidFill>
                    <a:srgbClr val="ffc000"/>
                  </a:solidFill>
                  <a:latin typeface="Trebuchet MS"/>
                </a:rPr>
                <a:t>Zoom in and out</a:t>
              </a:r>
              <a:endParaRPr b="0" lang="en-US" sz="3200" spc="-1" strike="noStrike">
                <a:solidFill>
                  <a:srgbClr val="ffffff"/>
                </a:solidFill>
                <a:latin typeface="Arial"/>
              </a:endParaRPr>
            </a:p>
            <a:p>
              <a:pPr marL="1892160" indent="-1892160" defTabSz="851040">
                <a:lnSpc>
                  <a:spcPct val="100000"/>
                </a:lnSpc>
                <a:tabLst>
                  <a:tab algn="l" pos="0"/>
                </a:tabLst>
              </a:pPr>
              <a:r>
                <a:rPr b="0" lang="en-US" sz="2400" spc="-1" strike="noStrike">
                  <a:solidFill>
                    <a:schemeClr val="lt1"/>
                  </a:solidFill>
                  <a:latin typeface="Trebuchet MS"/>
                </a:rPr>
                <a:t>	</a:t>
              </a:r>
              <a:r>
                <a:rPr b="0" lang="en-US" sz="2400" spc="-1" strike="noStrike">
                  <a:solidFill>
                    <a:schemeClr val="lt1">
                      <a:lumMod val="75000"/>
                    </a:schemeClr>
                  </a:solidFill>
                  <a:latin typeface="Trebuchet MS"/>
                </a:rPr>
                <a:t>As you work on your poster zoom in and out to the level that is more comfortable to you. </a:t>
              </a:r>
              <a:endParaRPr b="0" lang="en-US" sz="2400" spc="-1" strike="noStrike">
                <a:solidFill>
                  <a:srgbClr val="ffffff"/>
                </a:solidFill>
                <a:latin typeface="Arial"/>
              </a:endParaRPr>
            </a:p>
            <a:p>
              <a:pPr marL="1892160" indent="-1892160" defTabSz="851040">
                <a:lnSpc>
                  <a:spcPct val="100000"/>
                </a:lnSpc>
                <a:tabLst>
                  <a:tab algn="l" pos="0"/>
                </a:tabLst>
              </a:pPr>
              <a:r>
                <a:rPr b="1" lang="en-US" sz="2400" spc="-1" strike="noStrike">
                  <a:solidFill>
                    <a:schemeClr val="lt1">
                      <a:lumMod val="75000"/>
                    </a:schemeClr>
                  </a:solidFill>
                  <a:latin typeface="Trebuchet MS"/>
                </a:rPr>
                <a:t>	</a:t>
              </a:r>
              <a:r>
                <a:rPr b="0" lang="en-US" sz="2400" spc="-1" strike="noStrike">
                  <a:solidFill>
                    <a:schemeClr val="lt1">
                      <a:lumMod val="75000"/>
                    </a:schemeClr>
                  </a:solidFill>
                  <a:latin typeface="Trebuchet MS"/>
                </a:rPr>
                <a:t>Go to VIEW &gt; ZOOM.</a:t>
              </a:r>
              <a:endParaRPr b="0" lang="en-US" sz="2400" spc="-1" strike="noStrike">
                <a:solidFill>
                  <a:srgbClr val="ffffff"/>
                </a:solidFill>
                <a:latin typeface="Arial"/>
              </a:endParaRPr>
            </a:p>
            <a:p>
              <a:pPr defTabSz="4388760">
                <a:lnSpc>
                  <a:spcPct val="100000"/>
                </a:lnSpc>
                <a:tabLst>
                  <a:tab algn="l" pos="0"/>
                </a:tabLst>
              </a:pPr>
              <a:endParaRPr b="0" lang="en-US" sz="2800" spc="-1" strike="noStrike">
                <a:solidFill>
                  <a:srgbClr val="ffffff"/>
                </a:solidFill>
                <a:latin typeface="Arial"/>
              </a:endParaRPr>
            </a:p>
            <a:p>
              <a:pPr algn="ctr" defTabSz="4388760">
                <a:lnSpc>
                  <a:spcPct val="100000"/>
                </a:lnSpc>
                <a:tabLst>
                  <a:tab algn="l" pos="0"/>
                </a:tabLst>
              </a:pPr>
              <a:r>
                <a:rPr b="1" lang="en-US" sz="3200" spc="-1" strike="noStrike">
                  <a:solidFill>
                    <a:srgbClr val="ffc000"/>
                  </a:solidFill>
                  <a:latin typeface="Trebuchet MS"/>
                </a:rPr>
                <a:t>Title, Authors, and Affiliations</a:t>
              </a:r>
              <a:endParaRPr b="0" lang="en-US" sz="3200" spc="-1" strike="noStrike">
                <a:solidFill>
                  <a:srgbClr val="ffffff"/>
                </a:solidFill>
                <a:latin typeface="Arial"/>
              </a:endParaRPr>
            </a:p>
            <a:p>
              <a:pPr defTabSz="4388760">
                <a:lnSpc>
                  <a:spcPct val="100000"/>
                </a:lnSpc>
                <a:tabLst>
                  <a:tab algn="l" pos="0"/>
                </a:tabLst>
              </a:pPr>
              <a:r>
                <a:rPr b="0" lang="en-US" sz="2400" spc="-1" strike="noStrike">
                  <a:solidFill>
                    <a:schemeClr val="lt1">
                      <a:lumMod val="75000"/>
                    </a:schemeClr>
                  </a:solidFill>
                  <a:latin typeface="Trebuchet MS"/>
                </a:rPr>
                <a:t>Start designing your poster by adding the title, the names of the authors, and the affiliated institutions. You can type or paste text into the provided boxes. The template will automatically adjust the size of your text to fit the title box. You can manually override this feature and change the size of your text. </a:t>
              </a:r>
              <a:endParaRPr b="0" lang="en-US" sz="2400" spc="-1" strike="noStrike">
                <a:solidFill>
                  <a:srgbClr val="ffffff"/>
                </a:solidFill>
                <a:latin typeface="Arial"/>
              </a:endParaRPr>
            </a:p>
            <a:p>
              <a:pPr defTabSz="4388760">
                <a:lnSpc>
                  <a:spcPct val="100000"/>
                </a:lnSpc>
                <a:tabLst>
                  <a:tab algn="l" pos="0"/>
                </a:tabLst>
              </a:pPr>
              <a:endParaRPr b="0" lang="en-US" sz="2400" spc="-1" strike="noStrike">
                <a:solidFill>
                  <a:srgbClr val="ffffff"/>
                </a:solidFill>
                <a:latin typeface="Arial"/>
              </a:endParaRPr>
            </a:p>
            <a:p>
              <a:pPr defTabSz="4388760">
                <a:lnSpc>
                  <a:spcPct val="100000"/>
                </a:lnSpc>
                <a:tabLst>
                  <a:tab algn="l" pos="0"/>
                </a:tabLst>
              </a:pPr>
              <a:r>
                <a:rPr b="1" lang="en-US" sz="2400" spc="299" strike="noStrike">
                  <a:solidFill>
                    <a:srgbClr val="ffc000"/>
                  </a:solidFill>
                  <a:latin typeface="Trebuchet MS"/>
                </a:rPr>
                <a:t>TIP</a:t>
              </a:r>
              <a:r>
                <a:rPr b="1" lang="en-US" sz="2400" spc="-1" strike="noStrike">
                  <a:solidFill>
                    <a:srgbClr val="ffc000"/>
                  </a:solidFill>
                  <a:latin typeface="Trebuchet MS"/>
                </a:rPr>
                <a:t>: </a:t>
              </a:r>
              <a:r>
                <a:rPr b="0" lang="en-US" sz="2400" spc="-1" strike="noStrike">
                  <a:solidFill>
                    <a:schemeClr val="lt1">
                      <a:lumMod val="75000"/>
                    </a:schemeClr>
                  </a:solidFill>
                  <a:latin typeface="Trebuchet MS"/>
                </a:rPr>
                <a:t>The font size of your title should be bigger than your name(s) and institution name(s).</a:t>
              </a:r>
              <a:endParaRPr b="0" lang="en-US" sz="2400" spc="-1" strike="noStrike">
                <a:solidFill>
                  <a:srgbClr val="ffffff"/>
                </a:solidFill>
                <a:latin typeface="Arial"/>
              </a:endParaRPr>
            </a:p>
            <a:p>
              <a:pPr defTabSz="4388760">
                <a:lnSpc>
                  <a:spcPct val="100000"/>
                </a:lnSpc>
                <a:tabLst>
                  <a:tab algn="l" pos="0"/>
                </a:tabLst>
              </a:pPr>
              <a:br>
                <a:rPr sz="2800"/>
              </a:br>
              <a:endParaRPr b="0" lang="en-US" sz="2800" spc="-1" strike="noStrike">
                <a:solidFill>
                  <a:srgbClr val="ffffff"/>
                </a:solidFill>
                <a:latin typeface="Arial"/>
              </a:endParaRPr>
            </a:p>
            <a:p>
              <a:pPr algn="ctr" defTabSz="4388760">
                <a:lnSpc>
                  <a:spcPct val="100000"/>
                </a:lnSpc>
                <a:tabLst>
                  <a:tab algn="l" pos="0"/>
                </a:tabLst>
              </a:pPr>
              <a:endParaRPr b="0" lang="en-US" sz="2800" spc="-1" strike="noStrike">
                <a:solidFill>
                  <a:srgbClr val="ffffff"/>
                </a:solidFill>
                <a:latin typeface="Arial"/>
              </a:endParaRPr>
            </a:p>
            <a:p>
              <a:pPr algn="ctr" defTabSz="4388760">
                <a:lnSpc>
                  <a:spcPct val="100000"/>
                </a:lnSpc>
                <a:tabLst>
                  <a:tab algn="l" pos="0"/>
                </a:tabLst>
              </a:pPr>
              <a:endParaRPr b="0" lang="en-US" sz="2800" spc="-1" strike="noStrike">
                <a:solidFill>
                  <a:srgbClr val="ffffff"/>
                </a:solidFill>
                <a:latin typeface="Arial"/>
              </a:endParaRPr>
            </a:p>
            <a:p>
              <a:pPr algn="ctr" defTabSz="4388760">
                <a:lnSpc>
                  <a:spcPct val="100000"/>
                </a:lnSpc>
                <a:tabLst>
                  <a:tab algn="l" pos="0"/>
                </a:tabLst>
              </a:pPr>
              <a:r>
                <a:rPr b="1" lang="en-US" sz="3200" spc="-1" strike="noStrike">
                  <a:solidFill>
                    <a:srgbClr val="ffc000"/>
                  </a:solidFill>
                  <a:latin typeface="Trebuchet MS"/>
                </a:rPr>
                <a:t>Adding Logos / Seals</a:t>
              </a:r>
              <a:endParaRPr b="0" lang="en-US" sz="3200" spc="-1" strike="noStrike">
                <a:solidFill>
                  <a:srgbClr val="ffffff"/>
                </a:solidFill>
                <a:latin typeface="Arial"/>
              </a:endParaRPr>
            </a:p>
            <a:p>
              <a:pPr defTabSz="4388760">
                <a:lnSpc>
                  <a:spcPct val="100000"/>
                </a:lnSpc>
                <a:tabLst>
                  <a:tab algn="l" pos="0"/>
                </a:tabLst>
              </a:pPr>
              <a:r>
                <a:rPr b="0" lang="en-US" sz="2400" spc="-1" strike="noStrike">
                  <a:solidFill>
                    <a:schemeClr val="lt1">
                      <a:lumMod val="75000"/>
                    </a:schemeClr>
                  </a:solidFill>
                  <a:latin typeface="Trebuchet MS"/>
                </a:rPr>
                <a:t>Most often, logos are added on each side of the title. You can insert a logo by dragging and dropping it from your desktop, copy and paste or by going to INSERT &gt; PICTURES. Logos taken from web sites are likely to be low quality when printed. Zoom it at 100% to see what the logo will look like on the final poster and make any necessary adjustments.  </a:t>
              </a:r>
              <a:endParaRPr b="0" lang="en-US" sz="2400" spc="-1" strike="noStrike">
                <a:solidFill>
                  <a:srgbClr val="ffffff"/>
                </a:solidFill>
                <a:latin typeface="Arial"/>
              </a:endParaRPr>
            </a:p>
            <a:p>
              <a:pPr defTabSz="4388760">
                <a:lnSpc>
                  <a:spcPct val="100000"/>
                </a:lnSpc>
                <a:tabLst>
                  <a:tab algn="l" pos="0"/>
                </a:tabLst>
              </a:pPr>
              <a:endParaRPr b="0" lang="en-US" sz="2400" spc="-1" strike="noStrike">
                <a:solidFill>
                  <a:srgbClr val="ffffff"/>
                </a:solidFill>
                <a:latin typeface="Arial"/>
              </a:endParaRPr>
            </a:p>
            <a:p>
              <a:pPr defTabSz="4388760">
                <a:lnSpc>
                  <a:spcPct val="100000"/>
                </a:lnSpc>
                <a:tabLst>
                  <a:tab algn="l" pos="0"/>
                </a:tabLst>
              </a:pPr>
              <a:r>
                <a:rPr b="1" lang="en-US" sz="2400" spc="299" strike="noStrike">
                  <a:solidFill>
                    <a:srgbClr val="ffc000"/>
                  </a:solidFill>
                  <a:latin typeface="Trebuchet MS"/>
                </a:rPr>
                <a:t>TIP:</a:t>
              </a:r>
              <a:r>
                <a:rPr b="1" lang="en-US" sz="2400" spc="-1" strike="noStrike">
                  <a:solidFill>
                    <a:srgbClr val="ffc000"/>
                  </a:solidFill>
                  <a:latin typeface="Trebuchet MS"/>
                </a:rPr>
                <a:t> </a:t>
              </a:r>
              <a:r>
                <a:rPr b="0" lang="en-US" sz="2400" spc="-1" strike="noStrike">
                  <a:solidFill>
                    <a:schemeClr val="lt1">
                      <a:lumMod val="75000"/>
                    </a:schemeClr>
                  </a:solidFill>
                  <a:latin typeface="Trebuchet MS"/>
                </a:rPr>
                <a:t>See if your school’s logo is available on our free poster templates page.</a:t>
              </a:r>
              <a:endParaRPr b="0" lang="en-US" sz="2400" spc="-1" strike="noStrike">
                <a:solidFill>
                  <a:srgbClr val="ffffff"/>
                </a:solidFill>
                <a:latin typeface="Arial"/>
              </a:endParaRPr>
            </a:p>
            <a:p>
              <a:pPr defTabSz="4388760">
                <a:lnSpc>
                  <a:spcPct val="100000"/>
                </a:lnSpc>
                <a:tabLst>
                  <a:tab algn="l" pos="0"/>
                </a:tabLst>
              </a:pPr>
              <a:endParaRPr b="0" lang="en-US" sz="2400" spc="-1" strike="noStrike">
                <a:solidFill>
                  <a:srgbClr val="ffffff"/>
                </a:solidFill>
                <a:latin typeface="Arial"/>
              </a:endParaRPr>
            </a:p>
            <a:p>
              <a:pPr algn="ctr" defTabSz="4388760">
                <a:lnSpc>
                  <a:spcPct val="100000"/>
                </a:lnSpc>
                <a:tabLst>
                  <a:tab algn="l" pos="0"/>
                </a:tabLst>
              </a:pPr>
              <a:r>
                <a:rPr b="1" lang="en-US" sz="3200" spc="-1" strike="noStrike">
                  <a:solidFill>
                    <a:srgbClr val="ffc000"/>
                  </a:solidFill>
                  <a:latin typeface="Trebuchet MS"/>
                </a:rPr>
                <a:t>Photographs / Graphics</a:t>
              </a:r>
              <a:endParaRPr b="0" lang="en-US" sz="3200" spc="-1" strike="noStrike">
                <a:solidFill>
                  <a:srgbClr val="ffffff"/>
                </a:solidFill>
                <a:latin typeface="Arial"/>
              </a:endParaRPr>
            </a:p>
            <a:p>
              <a:pPr defTabSz="977760">
                <a:lnSpc>
                  <a:spcPct val="100000"/>
                </a:lnSpc>
                <a:tabLst>
                  <a:tab algn="l" pos="0"/>
                </a:tabLst>
              </a:pPr>
              <a:r>
                <a:rPr b="0" lang="en-US" sz="2400" spc="-1" strike="noStrike">
                  <a:solidFill>
                    <a:schemeClr val="lt1">
                      <a:lumMod val="75000"/>
                    </a:schemeClr>
                  </a:solidFill>
                  <a:latin typeface="Trebuchet MS"/>
                </a:rPr>
                <a:t>You can add images by dragging and dropping from your desktop, copy and paste, or by going to INSERT &gt; PICTURES. Resize images proportionally by holding down the SHIFT key and dragging one of the corner handles. For a professional-looking poster, do not distort your images by enlarging them disproportionally.</a:t>
              </a:r>
              <a:endParaRPr b="0" lang="en-US" sz="2400" spc="-1" strike="noStrike">
                <a:solidFill>
                  <a:srgbClr val="ffffff"/>
                </a:solidFill>
                <a:latin typeface="Arial"/>
              </a:endParaRPr>
            </a:p>
            <a:p>
              <a:pPr defTabSz="977760">
                <a:lnSpc>
                  <a:spcPct val="100000"/>
                </a:lnSpc>
                <a:tabLst>
                  <a:tab algn="l" pos="0"/>
                </a:tabLst>
              </a:pPr>
              <a:endParaRPr b="0" lang="en-US" sz="2400" spc="-1" strike="noStrike">
                <a:solidFill>
                  <a:srgbClr val="ffffff"/>
                </a:solidFill>
                <a:latin typeface="Arial"/>
              </a:endParaRPr>
            </a:p>
            <a:p>
              <a:pPr algn="ctr" defTabSz="4388760">
                <a:lnSpc>
                  <a:spcPct val="100000"/>
                </a:lnSpc>
                <a:tabLst>
                  <a:tab algn="l" pos="0"/>
                </a:tabLst>
              </a:pPr>
              <a:endParaRPr b="0" lang="en-US" sz="2800" spc="-1" strike="noStrike">
                <a:solidFill>
                  <a:srgbClr val="ffffff"/>
                </a:solidFill>
                <a:latin typeface="Arial"/>
              </a:endParaRPr>
            </a:p>
            <a:p>
              <a:pPr algn="ctr" defTabSz="4388760">
                <a:lnSpc>
                  <a:spcPct val="100000"/>
                </a:lnSpc>
                <a:tabLst>
                  <a:tab algn="l" pos="0"/>
                </a:tabLst>
              </a:pPr>
              <a:endParaRPr b="0" lang="en-US" sz="2800" spc="-1" strike="noStrike">
                <a:solidFill>
                  <a:srgbClr val="ffffff"/>
                </a:solidFill>
                <a:latin typeface="Arial"/>
              </a:endParaRPr>
            </a:p>
            <a:p>
              <a:pPr algn="ctr" defTabSz="4388760">
                <a:lnSpc>
                  <a:spcPct val="100000"/>
                </a:lnSpc>
                <a:tabLst>
                  <a:tab algn="l" pos="0"/>
                </a:tabLst>
              </a:pPr>
              <a:endParaRPr b="0" lang="en-US" sz="2800" spc="-1" strike="noStrike">
                <a:solidFill>
                  <a:srgbClr val="ffffff"/>
                </a:solidFill>
                <a:latin typeface="Arial"/>
              </a:endParaRPr>
            </a:p>
            <a:p>
              <a:pPr algn="ctr" defTabSz="4388760">
                <a:lnSpc>
                  <a:spcPct val="100000"/>
                </a:lnSpc>
                <a:tabLst>
                  <a:tab algn="l" pos="0"/>
                </a:tabLst>
              </a:pPr>
              <a:endParaRPr b="0" lang="en-US" sz="2800" spc="-1" strike="noStrike">
                <a:solidFill>
                  <a:srgbClr val="ffffff"/>
                </a:solidFill>
                <a:latin typeface="Arial"/>
              </a:endParaRPr>
            </a:p>
            <a:p>
              <a:pPr algn="ctr" defTabSz="4388760">
                <a:lnSpc>
                  <a:spcPct val="100000"/>
                </a:lnSpc>
                <a:tabLst>
                  <a:tab algn="l" pos="0"/>
                </a:tabLst>
              </a:pPr>
              <a:endParaRPr b="0" lang="en-US" sz="2800" spc="-1" strike="noStrike">
                <a:solidFill>
                  <a:srgbClr val="ffffff"/>
                </a:solidFill>
                <a:latin typeface="Arial"/>
              </a:endParaRPr>
            </a:p>
            <a:p>
              <a:pPr algn="ctr" defTabSz="4388760">
                <a:lnSpc>
                  <a:spcPct val="100000"/>
                </a:lnSpc>
                <a:tabLst>
                  <a:tab algn="l" pos="0"/>
                </a:tabLst>
              </a:pPr>
              <a:endParaRPr b="0" lang="en-US" sz="2800" spc="-1" strike="noStrike">
                <a:solidFill>
                  <a:srgbClr val="ffffff"/>
                </a:solidFill>
                <a:latin typeface="Arial"/>
              </a:endParaRPr>
            </a:p>
            <a:p>
              <a:pPr algn="ctr" defTabSz="4388760">
                <a:lnSpc>
                  <a:spcPct val="100000"/>
                </a:lnSpc>
                <a:tabLst>
                  <a:tab algn="l" pos="0"/>
                </a:tabLst>
              </a:pPr>
              <a:r>
                <a:rPr b="1" lang="en-US" sz="3200" spc="-1" strike="noStrike">
                  <a:solidFill>
                    <a:srgbClr val="ffc000"/>
                  </a:solidFill>
                  <a:latin typeface="Trebuchet MS"/>
                </a:rPr>
                <a:t>Image Quality Check</a:t>
              </a:r>
              <a:endParaRPr b="0" lang="en-US" sz="3200" spc="-1" strike="noStrike">
                <a:solidFill>
                  <a:srgbClr val="ffffff"/>
                </a:solidFill>
                <a:latin typeface="Arial"/>
              </a:endParaRPr>
            </a:p>
            <a:p>
              <a:pPr defTabSz="977760">
                <a:lnSpc>
                  <a:spcPct val="100000"/>
                </a:lnSpc>
                <a:tabLst>
                  <a:tab algn="l" pos="0"/>
                </a:tabLst>
              </a:pPr>
              <a:r>
                <a:rPr b="0" lang="en-US" sz="2400" spc="-1" strike="noStrike">
                  <a:solidFill>
                    <a:schemeClr val="lt1">
                      <a:lumMod val="75000"/>
                    </a:schemeClr>
                  </a:solidFill>
                  <a:latin typeface="Trebuchet MS"/>
                </a:rPr>
                <a:t>Zoom in and look at your images at 100% magnification. If they look good they will print well. </a:t>
              </a:r>
              <a:endParaRPr b="0" lang="en-US" sz="2400" spc="-1" strike="noStrike">
                <a:solidFill>
                  <a:srgbClr val="ffffff"/>
                </a:solidFill>
                <a:latin typeface="Arial"/>
              </a:endParaRPr>
            </a:p>
          </p:txBody>
        </p:sp>
        <p:cxnSp>
          <p:nvCxnSpPr>
            <p:cNvPr id="9" name="Straight Connector 31"/>
            <p:cNvCxnSpPr/>
            <p:nvPr/>
          </p:nvCxnSpPr>
          <p:spPr>
            <a:xfrm>
              <a:off x="-11225160" y="8422200"/>
              <a:ext cx="11000160" cy="3960"/>
            </a:xfrm>
            <a:prstGeom prst="straightConnector1">
              <a:avLst/>
            </a:prstGeom>
            <a:ln>
              <a:solidFill>
                <a:srgbClr val="ffc000"/>
              </a:solidFill>
              <a:round/>
            </a:ln>
          </p:spPr>
        </p:cxnSp>
        <p:pic>
          <p:nvPicPr>
            <p:cNvPr id="10" name="Picture 35" descr=""/>
            <p:cNvPicPr/>
            <p:nvPr/>
          </p:nvPicPr>
          <p:blipFill>
            <a:blip r:embed="rId2"/>
            <a:stretch/>
          </p:blipFill>
          <p:spPr>
            <a:xfrm>
              <a:off x="-10740600" y="10261800"/>
              <a:ext cx="1597320" cy="1201680"/>
            </a:xfrm>
            <a:prstGeom prst="rect">
              <a:avLst/>
            </a:prstGeom>
            <a:ln w="0">
              <a:noFill/>
            </a:ln>
          </p:spPr>
        </p:pic>
        <p:pic>
          <p:nvPicPr>
            <p:cNvPr id="11" name="Picture 36" descr=""/>
            <p:cNvPicPr/>
            <p:nvPr/>
          </p:nvPicPr>
          <p:blipFill>
            <a:blip r:embed="rId3"/>
            <a:stretch/>
          </p:blipFill>
          <p:spPr>
            <a:xfrm>
              <a:off x="-10732680" y="15697080"/>
              <a:ext cx="9986400" cy="1053360"/>
            </a:xfrm>
            <a:prstGeom prst="rect">
              <a:avLst/>
            </a:prstGeom>
            <a:ln w="0">
              <a:noFill/>
            </a:ln>
          </p:spPr>
        </p:pic>
        <p:grpSp>
          <p:nvGrpSpPr>
            <p:cNvPr id="12" name="Group 37"/>
            <p:cNvGrpSpPr/>
            <p:nvPr/>
          </p:nvGrpSpPr>
          <p:grpSpPr>
            <a:xfrm>
              <a:off x="-9744840" y="23541120"/>
              <a:ext cx="7530480" cy="2036880"/>
              <a:chOff x="-9744840" y="23541120"/>
              <a:chExt cx="7530480" cy="2036880"/>
            </a:xfrm>
          </p:grpSpPr>
          <p:grpSp>
            <p:nvGrpSpPr>
              <p:cNvPr id="13" name="Group 45"/>
              <p:cNvGrpSpPr/>
              <p:nvPr/>
            </p:nvGrpSpPr>
            <p:grpSpPr>
              <a:xfrm>
                <a:off x="-6084720" y="23637240"/>
                <a:ext cx="1354680" cy="1940040"/>
                <a:chOff x="-6084720" y="23637240"/>
                <a:chExt cx="1354680" cy="1940040"/>
              </a:xfrm>
            </p:grpSpPr>
            <p:pic>
              <p:nvPicPr>
                <p:cNvPr id="14" name="Picture 51" descr=""/>
                <p:cNvPicPr/>
                <p:nvPr/>
              </p:nvPicPr>
              <p:blipFill>
                <a:blip r:embed="rId4"/>
                <a:stretch/>
              </p:blipFill>
              <p:spPr>
                <a:xfrm>
                  <a:off x="-6066360" y="23637240"/>
                  <a:ext cx="1336320" cy="1656360"/>
                </a:xfrm>
                <a:prstGeom prst="rect">
                  <a:avLst/>
                </a:prstGeom>
                <a:ln w="0">
                  <a:noFill/>
                </a:ln>
              </p:spPr>
            </p:pic>
            <p:sp>
              <p:nvSpPr>
                <p:cNvPr id="15" name="TextBox 52"/>
                <p:cNvSpPr/>
                <p:nvPr/>
              </p:nvSpPr>
              <p:spPr>
                <a:xfrm>
                  <a:off x="-6084720" y="25151040"/>
                  <a:ext cx="1354680" cy="426240"/>
                </a:xfrm>
                <a:prstGeom prst="rect">
                  <a:avLst/>
                </a:prstGeom>
                <a:solidFill>
                  <a:schemeClr val="accent1"/>
                </a:solidFill>
                <a:ln w="0">
                  <a:noFill/>
                </a:ln>
              </p:spPr>
              <p:style>
                <a:lnRef idx="0"/>
                <a:fillRef idx="0"/>
                <a:effectRef idx="0"/>
                <a:fontRef idx="minor"/>
              </p:style>
              <p:txBody>
                <a:bodyPr tIns="91440" bIns="91440" anchor="t">
                  <a:spAutoFit/>
                </a:bodyPr>
                <a:p>
                  <a:pPr algn="ctr" defTabSz="4388760">
                    <a:lnSpc>
                      <a:spcPct val="100000"/>
                    </a:lnSpc>
                  </a:pPr>
                  <a:r>
                    <a:rPr b="1" lang="en-US" sz="1600" spc="-1" strike="noStrike">
                      <a:solidFill>
                        <a:schemeClr val="dk1"/>
                      </a:solidFill>
                      <a:latin typeface="Calibri"/>
                    </a:rPr>
                    <a:t>ORIGINAL</a:t>
                  </a:r>
                  <a:endParaRPr b="0" lang="en-US" sz="1600" spc="-1" strike="noStrike">
                    <a:solidFill>
                      <a:srgbClr val="000000"/>
                    </a:solidFill>
                    <a:latin typeface="Arial"/>
                  </a:endParaRPr>
                </a:p>
              </p:txBody>
            </p:sp>
          </p:grpSp>
          <p:grpSp>
            <p:nvGrpSpPr>
              <p:cNvPr id="16" name="Group 46"/>
              <p:cNvGrpSpPr/>
              <p:nvPr/>
            </p:nvGrpSpPr>
            <p:grpSpPr>
              <a:xfrm>
                <a:off x="-4456440" y="23637240"/>
                <a:ext cx="2242080" cy="1940760"/>
                <a:chOff x="-4456440" y="23637240"/>
                <a:chExt cx="2242080" cy="1940760"/>
              </a:xfrm>
            </p:grpSpPr>
            <p:pic>
              <p:nvPicPr>
                <p:cNvPr id="17" name="Picture 49" descr=""/>
                <p:cNvPicPr/>
                <p:nvPr/>
              </p:nvPicPr>
              <p:blipFill>
                <a:blip r:embed="rId5"/>
                <a:stretch/>
              </p:blipFill>
              <p:spPr>
                <a:xfrm>
                  <a:off x="-4456440" y="23637240"/>
                  <a:ext cx="2242080" cy="1630440"/>
                </a:xfrm>
                <a:prstGeom prst="rect">
                  <a:avLst/>
                </a:prstGeom>
                <a:ln w="0">
                  <a:noFill/>
                </a:ln>
              </p:spPr>
            </p:pic>
            <p:sp>
              <p:nvSpPr>
                <p:cNvPr id="18" name="TextBox 50"/>
                <p:cNvSpPr/>
                <p:nvPr/>
              </p:nvSpPr>
              <p:spPr>
                <a:xfrm>
                  <a:off x="-4452120" y="25182000"/>
                  <a:ext cx="2237760" cy="396000"/>
                </a:xfrm>
                <a:prstGeom prst="rect">
                  <a:avLst/>
                </a:prstGeom>
                <a:solidFill>
                  <a:srgbClr val="ff0000"/>
                </a:solidFill>
                <a:ln w="0">
                  <a:noFill/>
                </a:ln>
              </p:spPr>
              <p:style>
                <a:lnRef idx="0"/>
                <a:fillRef idx="0"/>
                <a:effectRef idx="0"/>
                <a:fontRef idx="minor"/>
              </p:style>
              <p:txBody>
                <a:bodyPr lIns="457200" rIns="457200" tIns="91440" bIns="91440" anchor="t">
                  <a:spAutoFit/>
                </a:bodyPr>
                <a:p>
                  <a:pPr algn="ctr" defTabSz="4388760">
                    <a:lnSpc>
                      <a:spcPct val="100000"/>
                    </a:lnSpc>
                  </a:pPr>
                  <a:r>
                    <a:rPr b="1" lang="en-US" sz="1400" spc="-1" strike="noStrike">
                      <a:solidFill>
                        <a:schemeClr val="lt1"/>
                      </a:solidFill>
                      <a:latin typeface="Calibri"/>
                    </a:rPr>
                    <a:t>DISTORTED</a:t>
                  </a:r>
                  <a:endParaRPr b="0" lang="en-US" sz="1400" spc="-1" strike="noStrike">
                    <a:solidFill>
                      <a:srgbClr val="ffffff"/>
                    </a:solidFill>
                    <a:latin typeface="Arial"/>
                  </a:endParaRPr>
                </a:p>
              </p:txBody>
            </p:sp>
          </p:grpSp>
          <p:pic>
            <p:nvPicPr>
              <p:cNvPr id="19" name="Picture 47" descr=""/>
              <p:cNvPicPr/>
              <p:nvPr/>
            </p:nvPicPr>
            <p:blipFill>
              <a:blip r:embed="rId6"/>
              <a:stretch/>
            </p:blipFill>
            <p:spPr>
              <a:xfrm>
                <a:off x="-9744840" y="23541120"/>
                <a:ext cx="2383920" cy="1845000"/>
              </a:xfrm>
              <a:prstGeom prst="rect">
                <a:avLst/>
              </a:prstGeom>
              <a:ln w="0">
                <a:noFill/>
              </a:ln>
            </p:spPr>
          </p:pic>
          <p:sp>
            <p:nvSpPr>
              <p:cNvPr id="20" name="TextBox 48"/>
              <p:cNvSpPr/>
              <p:nvPr/>
            </p:nvSpPr>
            <p:spPr>
              <a:xfrm>
                <a:off x="-9680400" y="24953400"/>
                <a:ext cx="2247120" cy="486720"/>
              </a:xfrm>
              <a:prstGeom prst="rect">
                <a:avLst/>
              </a:prstGeom>
              <a:noFill/>
              <a:ln w="0">
                <a:noFill/>
              </a:ln>
            </p:spPr>
            <p:style>
              <a:lnRef idx="0"/>
              <a:fillRef idx="0"/>
              <a:effectRef idx="0"/>
              <a:fontRef idx="minor"/>
            </p:style>
            <p:txBody>
              <a:bodyPr lIns="457200" rIns="457200" tIns="350640" bIns="-106560" anchor="t">
                <a:spAutoFit/>
              </a:bodyPr>
              <a:p>
                <a:pPr algn="ctr" defTabSz="4388760">
                  <a:lnSpc>
                    <a:spcPct val="100000"/>
                  </a:lnSpc>
                </a:pPr>
                <a:r>
                  <a:rPr b="0" lang="en-US" sz="1600" spc="-1" strike="noStrike">
                    <a:solidFill>
                      <a:schemeClr val="lt1"/>
                    </a:solidFill>
                    <a:latin typeface="Calibri"/>
                  </a:rPr>
                  <a:t>Corner handles</a:t>
                </a:r>
                <a:endParaRPr b="0" lang="en-US" sz="1600" spc="-1" strike="noStrike">
                  <a:solidFill>
                    <a:srgbClr val="ffffff"/>
                  </a:solidFill>
                  <a:latin typeface="Arial"/>
                </a:endParaRPr>
              </a:p>
            </p:txBody>
          </p:sp>
        </p:grpSp>
        <p:grpSp>
          <p:nvGrpSpPr>
            <p:cNvPr id="21" name="Group 38"/>
            <p:cNvGrpSpPr/>
            <p:nvPr/>
          </p:nvGrpSpPr>
          <p:grpSpPr>
            <a:xfrm>
              <a:off x="-10398960" y="27751320"/>
              <a:ext cx="9319320" cy="2453400"/>
              <a:chOff x="-10398960" y="27751320"/>
              <a:chExt cx="9319320" cy="2453400"/>
            </a:xfrm>
          </p:grpSpPr>
          <p:graphicFrame>
            <p:nvGraphicFramePr>
              <p:cNvPr id="22" name=""/>
              <p:cNvGraphicFramePr/>
              <p:nvPr/>
            </p:nvGraphicFramePr>
            <p:xfrm>
              <a:off x="-9918000" y="27751320"/>
              <a:ext cx="3967920" cy="2432160"/>
            </p:xfrm>
            <a:graphic>
              <a:graphicData uri="http://schemas.openxmlformats.org/presentationml/2006/ole">
                <p:oleObj progId="Photoshop.Image.13" r:id="rId7" spid="">
                  <p:embed/>
                  <p:pic>
                    <p:nvPicPr>
                      <p:cNvPr id="23" name="" descr=""/>
                      <p:cNvPicPr/>
                      <p:nvPr/>
                    </p:nvPicPr>
                    <p:blipFill>
                      <a:blip r:embed="rId8"/>
                      <a:stretch/>
                    </p:blipFill>
                    <p:spPr>
                      <a:xfrm>
                        <a:off x="-9918000" y="27751320"/>
                        <a:ext cx="3967920" cy="2432160"/>
                      </a:xfrm>
                      <a:prstGeom prst="rect">
                        <a:avLst/>
                      </a:prstGeom>
                      <a:ln w="0">
                        <a:noFill/>
                      </a:ln>
                    </p:spPr>
                  </p:pic>
                </p:oleObj>
              </a:graphicData>
            </a:graphic>
          </p:graphicFrame>
          <p:graphicFrame>
            <p:nvGraphicFramePr>
              <p:cNvPr id="24" name=""/>
              <p:cNvGraphicFramePr/>
              <p:nvPr/>
            </p:nvGraphicFramePr>
            <p:xfrm>
              <a:off x="-5411520" y="27759600"/>
              <a:ext cx="3967920" cy="2432160"/>
            </p:xfrm>
            <a:graphic>
              <a:graphicData uri="http://schemas.openxmlformats.org/presentationml/2006/ole">
                <p:oleObj progId="Photoshop.Image.13" r:id="rId9" spid="">
                  <p:embed/>
                  <p:pic>
                    <p:nvPicPr>
                      <p:cNvPr id="25" name="" descr=""/>
                      <p:cNvPicPr/>
                      <p:nvPr/>
                    </p:nvPicPr>
                    <p:blipFill>
                      <a:blip r:embed="rId10"/>
                      <a:stretch/>
                    </p:blipFill>
                    <p:spPr>
                      <a:xfrm>
                        <a:off x="-5411520" y="27759600"/>
                        <a:ext cx="3967920" cy="2432160"/>
                      </a:xfrm>
                      <a:prstGeom prst="rect">
                        <a:avLst/>
                      </a:prstGeom>
                      <a:ln w="0">
                        <a:noFill/>
                      </a:ln>
                    </p:spPr>
                  </p:pic>
                </p:oleObj>
              </a:graphicData>
            </a:graphic>
          </p:graphicFrame>
          <p:sp>
            <p:nvSpPr>
              <p:cNvPr id="26" name="TextBox 43"/>
              <p:cNvSpPr/>
              <p:nvPr/>
            </p:nvSpPr>
            <p:spPr>
              <a:xfrm rot="16200000">
                <a:off x="-11447640" y="28800360"/>
                <a:ext cx="2432160" cy="334800"/>
              </a:xfrm>
              <a:prstGeom prst="rect">
                <a:avLst/>
              </a:prstGeom>
              <a:noFill/>
              <a:ln w="0">
                <a:noFill/>
              </a:ln>
            </p:spPr>
            <p:style>
              <a:lnRef idx="0"/>
              <a:fillRef idx="0"/>
              <a:effectRef idx="0"/>
              <a:fontRef idx="minor"/>
            </p:style>
            <p:txBody>
              <a:bodyPr tIns="91440" bIns="0" anchor="t">
                <a:spAutoFit/>
              </a:bodyPr>
              <a:p>
                <a:pPr algn="ctr" defTabSz="4388760">
                  <a:lnSpc>
                    <a:spcPct val="100000"/>
                  </a:lnSpc>
                </a:pPr>
                <a:r>
                  <a:rPr b="0" lang="en-US" sz="1600" spc="-1" strike="noStrike">
                    <a:solidFill>
                      <a:srgbClr val="92d050"/>
                    </a:solidFill>
                    <a:latin typeface="Calibri"/>
                  </a:rPr>
                  <a:t>Good </a:t>
                </a:r>
                <a:r>
                  <a:rPr b="0" lang="en-US" sz="1600" spc="-1" strike="noStrike">
                    <a:solidFill>
                      <a:schemeClr val="lt1"/>
                    </a:solidFill>
                    <a:latin typeface="Calibri"/>
                  </a:rPr>
                  <a:t>printing quality</a:t>
                </a:r>
                <a:endParaRPr b="0" lang="en-US" sz="1600" spc="-1" strike="noStrike">
                  <a:solidFill>
                    <a:srgbClr val="ffffff"/>
                  </a:solidFill>
                  <a:latin typeface="Arial"/>
                </a:endParaRPr>
              </a:p>
            </p:txBody>
          </p:sp>
          <p:sp>
            <p:nvSpPr>
              <p:cNvPr id="27" name="TextBox 44"/>
              <p:cNvSpPr/>
              <p:nvPr/>
            </p:nvSpPr>
            <p:spPr>
              <a:xfrm rot="16200000">
                <a:off x="-2463120" y="28821240"/>
                <a:ext cx="2432160" cy="334800"/>
              </a:xfrm>
              <a:prstGeom prst="rect">
                <a:avLst/>
              </a:prstGeom>
              <a:noFill/>
              <a:ln w="0">
                <a:noFill/>
              </a:ln>
            </p:spPr>
            <p:style>
              <a:lnRef idx="0"/>
              <a:fillRef idx="0"/>
              <a:effectRef idx="0"/>
              <a:fontRef idx="minor"/>
            </p:style>
            <p:txBody>
              <a:bodyPr tIns="91440" bIns="0" anchor="t">
                <a:spAutoFit/>
              </a:bodyPr>
              <a:p>
                <a:pPr algn="ctr" defTabSz="4388760">
                  <a:lnSpc>
                    <a:spcPct val="100000"/>
                  </a:lnSpc>
                </a:pPr>
                <a:r>
                  <a:rPr b="0" lang="en-US" sz="1600" spc="-1" strike="noStrike">
                    <a:solidFill>
                      <a:srgbClr val="ff0000"/>
                    </a:solidFill>
                    <a:latin typeface="Calibri"/>
                  </a:rPr>
                  <a:t>Bad </a:t>
                </a:r>
                <a:r>
                  <a:rPr b="0" lang="en-US" sz="1600" spc="-1" strike="noStrike">
                    <a:solidFill>
                      <a:schemeClr val="lt1"/>
                    </a:solidFill>
                    <a:latin typeface="Calibri"/>
                  </a:rPr>
                  <a:t>printing quality</a:t>
                </a:r>
                <a:endParaRPr b="0" lang="en-US" sz="1600" spc="-1" strike="noStrike">
                  <a:solidFill>
                    <a:srgbClr val="ffffff"/>
                  </a:solidFill>
                  <a:latin typeface="Arial"/>
                </a:endParaRPr>
              </a:p>
            </p:txBody>
          </p:sp>
        </p:grpSp>
      </p:grpSp>
      <p:grpSp>
        <p:nvGrpSpPr>
          <p:cNvPr id="28" name="Group 53"/>
          <p:cNvGrpSpPr/>
          <p:nvPr/>
        </p:nvGrpSpPr>
        <p:grpSpPr>
          <a:xfrm>
            <a:off x="44157960" y="-55080"/>
            <a:ext cx="11061720" cy="32973120"/>
            <a:chOff x="44157960" y="-55080"/>
            <a:chExt cx="11061720" cy="32973120"/>
          </a:xfrm>
        </p:grpSpPr>
        <p:sp>
          <p:nvSpPr>
            <p:cNvPr id="29" name="Rectangle 54"/>
            <p:cNvSpPr/>
            <p:nvPr/>
          </p:nvSpPr>
          <p:spPr>
            <a:xfrm>
              <a:off x="44157960" y="-55080"/>
              <a:ext cx="11061720" cy="32973120"/>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p:style>
          <p:txBody>
            <a:bodyPr lIns="457200" rIns="457200" tIns="457200" bIns="0" anchor="t">
              <a:noAutofit/>
            </a:bodyPr>
            <a:p>
              <a:pPr algn="ctr" defTabSz="4388760">
                <a:lnSpc>
                  <a:spcPct val="100000"/>
                </a:lnSpc>
              </a:pPr>
              <a:r>
                <a:rPr b="1" lang="en-US" sz="4000" spc="599" strike="noStrike">
                  <a:solidFill>
                    <a:schemeClr val="lt1"/>
                  </a:solidFill>
                  <a:latin typeface="Trebuchet MS"/>
                </a:rPr>
                <a:t>QUICK START (cont.)</a:t>
              </a:r>
              <a:endParaRPr b="0" lang="en-US" sz="4000" spc="-1" strike="noStrike">
                <a:solidFill>
                  <a:srgbClr val="ffffff"/>
                </a:solidFill>
                <a:latin typeface="Arial"/>
              </a:endParaRPr>
            </a:p>
            <a:p>
              <a:pPr algn="ctr" defTabSz="4388760">
                <a:lnSpc>
                  <a:spcPct val="100000"/>
                </a:lnSpc>
              </a:pPr>
              <a:endParaRPr b="0" lang="en-US" sz="3600" spc="-1" strike="noStrike">
                <a:solidFill>
                  <a:srgbClr val="ffffff"/>
                </a:solidFill>
                <a:latin typeface="Arial"/>
              </a:endParaRPr>
            </a:p>
            <a:p>
              <a:pPr algn="ctr" defTabSz="4388760">
                <a:lnSpc>
                  <a:spcPct val="100000"/>
                </a:lnSpc>
              </a:pPr>
              <a:r>
                <a:rPr b="1" lang="en-US" sz="3200" spc="-1" strike="noStrike">
                  <a:solidFill>
                    <a:srgbClr val="ffc000"/>
                  </a:solidFill>
                  <a:latin typeface="Trebuchet MS"/>
                </a:rPr>
                <a:t>How to change the template color theme</a:t>
              </a:r>
              <a:endParaRPr b="0" lang="en-US" sz="3200" spc="-1" strike="noStrike">
                <a:solidFill>
                  <a:srgbClr val="ffffff"/>
                </a:solidFill>
                <a:latin typeface="Arial"/>
              </a:endParaRPr>
            </a:p>
            <a:p>
              <a:pPr defTabSz="114480">
                <a:lnSpc>
                  <a:spcPct val="100000"/>
                </a:lnSpc>
                <a:tabLst>
                  <a:tab algn="l" pos="0"/>
                </a:tabLst>
              </a:pPr>
              <a:r>
                <a:rPr b="0" lang="en-US" sz="2400" spc="-1" strike="noStrike">
                  <a:solidFill>
                    <a:schemeClr val="lt1">
                      <a:lumMod val="75000"/>
                    </a:schemeClr>
                  </a:solidFill>
                  <a:latin typeface="Trebuchet MS"/>
                </a:rPr>
                <a:t>You can easily change the color theme of your poster by going to the DESIGN menu, click on COLORS, and choose the color theme of your choice. You can also create your own color theme.</a:t>
              </a:r>
              <a:endParaRPr b="0" lang="en-US" sz="2400" spc="-1" strike="noStrike">
                <a:solidFill>
                  <a:srgbClr val="ffffff"/>
                </a:solidFill>
                <a:latin typeface="Arial"/>
              </a:endParaRPr>
            </a:p>
            <a:p>
              <a:pPr defTabSz="114480">
                <a:lnSpc>
                  <a:spcPct val="100000"/>
                </a:lnSpc>
                <a:tabLst>
                  <a:tab algn="l" pos="0"/>
                </a:tabLst>
              </a:pPr>
              <a:endParaRPr b="0" lang="en-US" sz="2400" spc="-1" strike="noStrike">
                <a:solidFill>
                  <a:srgbClr val="ffffff"/>
                </a:solidFill>
                <a:latin typeface="Arial"/>
              </a:endParaRPr>
            </a:p>
            <a:p>
              <a:pPr defTabSz="114480">
                <a:lnSpc>
                  <a:spcPct val="100000"/>
                </a:lnSpc>
                <a:tabLst>
                  <a:tab algn="l" pos="0"/>
                </a:tabLst>
              </a:pPr>
              <a:endParaRPr b="0" lang="en-US" sz="2400" spc="-1" strike="noStrike">
                <a:solidFill>
                  <a:srgbClr val="ffffff"/>
                </a:solidFill>
                <a:latin typeface="Arial"/>
              </a:endParaRPr>
            </a:p>
            <a:p>
              <a:pPr defTabSz="114480">
                <a:lnSpc>
                  <a:spcPct val="100000"/>
                </a:lnSpc>
                <a:tabLst>
                  <a:tab algn="l" pos="0"/>
                </a:tabLst>
              </a:pPr>
              <a:endParaRPr b="0" lang="en-US" sz="2400" spc="-1" strike="noStrike">
                <a:solidFill>
                  <a:srgbClr val="ffffff"/>
                </a:solidFill>
                <a:latin typeface="Arial"/>
              </a:endParaRPr>
            </a:p>
            <a:p>
              <a:pPr defTabSz="114480">
                <a:lnSpc>
                  <a:spcPct val="100000"/>
                </a:lnSpc>
                <a:tabLst>
                  <a:tab algn="l" pos="0"/>
                </a:tabLst>
              </a:pPr>
              <a:endParaRPr b="0" lang="en-US" sz="2400" spc="-1" strike="noStrike">
                <a:solidFill>
                  <a:srgbClr val="ffffff"/>
                </a:solidFill>
                <a:latin typeface="Arial"/>
              </a:endParaRPr>
            </a:p>
            <a:p>
              <a:pPr defTabSz="114480">
                <a:lnSpc>
                  <a:spcPct val="100000"/>
                </a:lnSpc>
                <a:tabLst>
                  <a:tab algn="l" pos="0"/>
                </a:tabLst>
              </a:pPr>
              <a:endParaRPr b="0" lang="en-US" sz="2400" spc="-1" strike="noStrike">
                <a:solidFill>
                  <a:srgbClr val="ffffff"/>
                </a:solidFill>
                <a:latin typeface="Arial"/>
              </a:endParaRPr>
            </a:p>
            <a:p>
              <a:pPr defTabSz="114480">
                <a:lnSpc>
                  <a:spcPct val="100000"/>
                </a:lnSpc>
                <a:tabLst>
                  <a:tab algn="l" pos="0"/>
                </a:tabLst>
              </a:pPr>
              <a:endParaRPr b="0" lang="en-US" sz="2400" spc="-1" strike="noStrike">
                <a:solidFill>
                  <a:srgbClr val="ffffff"/>
                </a:solidFill>
                <a:latin typeface="Arial"/>
              </a:endParaRPr>
            </a:p>
            <a:p>
              <a:pPr defTabSz="114480">
                <a:lnSpc>
                  <a:spcPct val="100000"/>
                </a:lnSpc>
                <a:tabLst>
                  <a:tab algn="l" pos="0"/>
                </a:tabLst>
              </a:pPr>
              <a:endParaRPr b="0" lang="en-US" sz="2400" spc="-1" strike="noStrike">
                <a:solidFill>
                  <a:srgbClr val="ffffff"/>
                </a:solidFill>
                <a:latin typeface="Arial"/>
              </a:endParaRPr>
            </a:p>
            <a:p>
              <a:pPr defTabSz="114480">
                <a:lnSpc>
                  <a:spcPct val="100000"/>
                </a:lnSpc>
                <a:tabLst>
                  <a:tab algn="l" pos="0"/>
                </a:tabLst>
              </a:pPr>
              <a:r>
                <a:rPr b="0" lang="en-US" sz="2400" spc="-1" strike="noStrike">
                  <a:solidFill>
                    <a:schemeClr val="lt1">
                      <a:lumMod val="75000"/>
                    </a:schemeClr>
                  </a:solidFill>
                  <a:latin typeface="Trebuchet MS"/>
                </a:rPr>
                <a:t>You can also manually change the color of your background by going to VIEW &gt; SLIDE MASTER.  After you finish working on the master be sure to go to VIEW &gt; NORMAL to continue working on your poster.</a:t>
              </a:r>
              <a:endParaRPr b="0" lang="en-US" sz="2400" spc="-1" strike="noStrike">
                <a:solidFill>
                  <a:srgbClr val="ffffff"/>
                </a:solidFill>
                <a:latin typeface="Arial"/>
              </a:endParaRPr>
            </a:p>
            <a:p>
              <a:pPr defTabSz="114480">
                <a:lnSpc>
                  <a:spcPct val="100000"/>
                </a:lnSpc>
                <a:tabLst>
                  <a:tab algn="l" pos="0"/>
                </a:tabLst>
              </a:pPr>
              <a:endParaRPr b="0" lang="en-US" sz="2400" spc="-1" strike="noStrike">
                <a:solidFill>
                  <a:srgbClr val="ffffff"/>
                </a:solidFill>
                <a:latin typeface="Arial"/>
              </a:endParaRPr>
            </a:p>
            <a:p>
              <a:pPr algn="ctr" defTabSz="4388760">
                <a:lnSpc>
                  <a:spcPct val="100000"/>
                </a:lnSpc>
                <a:tabLst>
                  <a:tab algn="l" pos="0"/>
                </a:tabLst>
              </a:pPr>
              <a:r>
                <a:rPr b="1" lang="en-US" sz="3200" spc="-1" strike="noStrike">
                  <a:solidFill>
                    <a:srgbClr val="ffc000"/>
                  </a:solidFill>
                  <a:latin typeface="Trebuchet MS"/>
                </a:rPr>
                <a:t>How to add Text</a:t>
              </a:r>
              <a:endParaRPr b="0" lang="en-US" sz="3200" spc="-1" strike="noStrike">
                <a:solidFill>
                  <a:srgbClr val="ffffff"/>
                </a:solidFill>
                <a:latin typeface="Arial"/>
              </a:endParaRPr>
            </a:p>
            <a:p>
              <a:pPr marL="3265560" defTabSz="114480">
                <a:lnSpc>
                  <a:spcPct val="100000"/>
                </a:lnSpc>
                <a:tabLst>
                  <a:tab algn="l" pos="0"/>
                </a:tabLst>
              </a:pPr>
              <a:r>
                <a:rPr b="0" lang="en-US" sz="2400" spc="-1" strike="noStrike">
                  <a:solidFill>
                    <a:schemeClr val="lt1">
                      <a:lumMod val="75000"/>
                    </a:schemeClr>
                  </a:solidFill>
                  <a:latin typeface="Trebuchet MS"/>
                </a:rPr>
                <a:t>The template comes with a number of pre-formatted placeholders for headers and text blocks. You can add more blocks by copying and pasting the existing ones or by adding a text box from the HOME menu. </a:t>
              </a:r>
              <a:endParaRPr b="0" lang="en-US" sz="2400" spc="-1" strike="noStrike">
                <a:solidFill>
                  <a:srgbClr val="ffffff"/>
                </a:solidFill>
                <a:latin typeface="Arial"/>
              </a:endParaRPr>
            </a:p>
            <a:p>
              <a:pPr marL="1518480" defTabSz="114480">
                <a:lnSpc>
                  <a:spcPct val="100000"/>
                </a:lnSpc>
                <a:tabLst>
                  <a:tab algn="l" pos="0"/>
                </a:tabLst>
              </a:pPr>
              <a:endParaRPr b="0" lang="en-US" sz="2400" spc="-1" strike="noStrike">
                <a:solidFill>
                  <a:srgbClr val="ffffff"/>
                </a:solidFill>
                <a:latin typeface="Arial"/>
              </a:endParaRPr>
            </a:p>
            <a:p>
              <a:pPr algn="ctr" defTabSz="1518480">
                <a:lnSpc>
                  <a:spcPct val="100000"/>
                </a:lnSpc>
                <a:tabLst>
                  <a:tab algn="l" pos="0"/>
                </a:tabLst>
              </a:pPr>
              <a:r>
                <a:rPr b="0" lang="en-US" sz="2400" spc="-1" strike="noStrike">
                  <a:solidFill>
                    <a:schemeClr val="lt1">
                      <a:lumMod val="75000"/>
                    </a:schemeClr>
                  </a:solidFill>
                  <a:latin typeface="Trebuchet MS"/>
                </a:rPr>
                <a:t> </a:t>
              </a:r>
              <a:r>
                <a:rPr b="1" lang="en-US" sz="3200" spc="-1" strike="noStrike">
                  <a:solidFill>
                    <a:srgbClr val="ffc000"/>
                  </a:solidFill>
                  <a:latin typeface="Trebuchet MS"/>
                </a:rPr>
                <a:t>Text size</a:t>
              </a:r>
              <a:endParaRPr b="0" lang="en-US" sz="3200" spc="-1" strike="noStrike">
                <a:solidFill>
                  <a:srgbClr val="ffffff"/>
                </a:solidFill>
                <a:latin typeface="Arial"/>
              </a:endParaRPr>
            </a:p>
            <a:p>
              <a:pPr defTabSz="114480">
                <a:lnSpc>
                  <a:spcPct val="100000"/>
                </a:lnSpc>
                <a:tabLst>
                  <a:tab algn="l" pos="0"/>
                </a:tabLst>
              </a:pPr>
              <a:r>
                <a:rPr b="0" lang="en-US" sz="2400" spc="-1" strike="noStrike">
                  <a:solidFill>
                    <a:srgbClr val="bfbfbf"/>
                  </a:solidFill>
                  <a:latin typeface="Trebuchet MS"/>
                </a:rPr>
                <a:t>Adjust the size of your text based on how much content you have to present. The default template text offers a good starting point. Follow the conference requirements.</a:t>
              </a:r>
              <a:endParaRPr b="0" lang="en-US" sz="2400" spc="-1" strike="noStrike">
                <a:solidFill>
                  <a:srgbClr val="ffffff"/>
                </a:solidFill>
                <a:latin typeface="Arial"/>
              </a:endParaRPr>
            </a:p>
            <a:p>
              <a:pPr marL="1518480" defTabSz="114480">
                <a:lnSpc>
                  <a:spcPct val="100000"/>
                </a:lnSpc>
                <a:tabLst>
                  <a:tab algn="l" pos="0"/>
                </a:tabLst>
              </a:pPr>
              <a:endParaRPr b="0" lang="en-US" sz="2400" spc="-1" strike="noStrike">
                <a:solidFill>
                  <a:srgbClr val="ffffff"/>
                </a:solidFill>
                <a:latin typeface="Arial"/>
              </a:endParaRPr>
            </a:p>
            <a:p>
              <a:pPr algn="ctr" defTabSz="4388760">
                <a:lnSpc>
                  <a:spcPct val="100000"/>
                </a:lnSpc>
                <a:tabLst>
                  <a:tab algn="l" pos="0"/>
                </a:tabLst>
              </a:pPr>
              <a:r>
                <a:rPr b="1" lang="en-US" sz="3200" spc="-1" strike="noStrike">
                  <a:solidFill>
                    <a:srgbClr val="ffc000"/>
                  </a:solidFill>
                  <a:latin typeface="Trebuchet MS"/>
                </a:rPr>
                <a:t>How to add Tables</a:t>
              </a:r>
              <a:endParaRPr b="0" lang="en-US" sz="3200" spc="-1" strike="noStrike">
                <a:solidFill>
                  <a:srgbClr val="ffffff"/>
                </a:solidFill>
                <a:latin typeface="Arial"/>
              </a:endParaRPr>
            </a:p>
            <a:p>
              <a:pPr marL="1730520" defTabSz="114480">
                <a:lnSpc>
                  <a:spcPct val="100000"/>
                </a:lnSpc>
                <a:tabLst>
                  <a:tab algn="l" pos="0"/>
                </a:tabLst>
              </a:pPr>
              <a:r>
                <a:rPr b="0" lang="en-US" sz="2400" spc="-1" strike="noStrike">
                  <a:solidFill>
                    <a:schemeClr val="lt1">
                      <a:lumMod val="75000"/>
                    </a:schemeClr>
                  </a:solidFill>
                  <a:latin typeface="Trebuchet MS"/>
                </a:rPr>
                <a:t>To add a table from scratch go to the INSERT menu and </a:t>
              </a:r>
              <a:br>
                <a:rPr sz="2400"/>
              </a:br>
              <a:r>
                <a:rPr b="0" lang="en-US" sz="2400" spc="-1" strike="noStrike">
                  <a:solidFill>
                    <a:schemeClr val="lt1">
                      <a:lumMod val="75000"/>
                    </a:schemeClr>
                  </a:solidFill>
                  <a:latin typeface="Trebuchet MS"/>
                </a:rPr>
                <a:t>click on TABLE. A drop-down box will help you select rows and columns. </a:t>
              </a:r>
              <a:endParaRPr b="0" lang="en-US" sz="2400" spc="-1" strike="noStrike">
                <a:solidFill>
                  <a:srgbClr val="ffffff"/>
                </a:solidFill>
                <a:latin typeface="Arial"/>
              </a:endParaRPr>
            </a:p>
            <a:p>
              <a:pPr defTabSz="114480">
                <a:lnSpc>
                  <a:spcPct val="100000"/>
                </a:lnSpc>
                <a:tabLst>
                  <a:tab algn="l" pos="0"/>
                </a:tabLst>
              </a:pPr>
              <a:r>
                <a:rPr b="0" lang="en-US" sz="2400" spc="-1" strike="noStrike">
                  <a:solidFill>
                    <a:schemeClr val="lt1">
                      <a:lumMod val="75000"/>
                    </a:schemeClr>
                  </a:solidFill>
                  <a:latin typeface="Trebuchet MS"/>
                </a:rPr>
                <a:t>You can also copy and a paste a table from Word or another PowerPoint document. A pasted table may need to be re-formatted by RIGHT-CLICK &gt; FORMAT SHAPE, TEXT BOX, Margins.</a:t>
              </a:r>
              <a:endParaRPr b="0" lang="en-US" sz="2400" spc="-1" strike="noStrike">
                <a:solidFill>
                  <a:srgbClr val="ffffff"/>
                </a:solidFill>
                <a:latin typeface="Arial"/>
              </a:endParaRPr>
            </a:p>
            <a:p>
              <a:pPr defTabSz="114480">
                <a:lnSpc>
                  <a:spcPct val="100000"/>
                </a:lnSpc>
                <a:tabLst>
                  <a:tab algn="l" pos="0"/>
                </a:tabLst>
              </a:pPr>
              <a:endParaRPr b="0" lang="en-US" sz="2400" spc="-1" strike="noStrike">
                <a:solidFill>
                  <a:srgbClr val="ffffff"/>
                </a:solidFill>
                <a:latin typeface="Arial"/>
              </a:endParaRPr>
            </a:p>
            <a:p>
              <a:pPr algn="ctr" defTabSz="1518480">
                <a:lnSpc>
                  <a:spcPct val="100000"/>
                </a:lnSpc>
                <a:tabLst>
                  <a:tab algn="l" pos="0"/>
                </a:tabLst>
              </a:pPr>
              <a:r>
                <a:rPr b="1" lang="en-US" sz="3200" spc="-1" strike="noStrike">
                  <a:solidFill>
                    <a:srgbClr val="ffc000"/>
                  </a:solidFill>
                  <a:latin typeface="Trebuchet MS"/>
                </a:rPr>
                <a:t>Graphs / Charts</a:t>
              </a:r>
              <a:endParaRPr b="0" lang="en-US" sz="3200" spc="-1" strike="noStrike">
                <a:solidFill>
                  <a:srgbClr val="ffffff"/>
                </a:solidFill>
                <a:latin typeface="Arial"/>
              </a:endParaRPr>
            </a:p>
            <a:p>
              <a:pPr defTabSz="114480">
                <a:lnSpc>
                  <a:spcPct val="100000"/>
                </a:lnSpc>
                <a:tabLst>
                  <a:tab algn="l" pos="0"/>
                </a:tabLst>
              </a:pPr>
              <a:r>
                <a:rPr b="0" lang="en-US" sz="2400" spc="-1" strike="noStrike">
                  <a:solidFill>
                    <a:srgbClr val="bfbfbf"/>
                  </a:solidFill>
                  <a:latin typeface="Trebuchet MS"/>
                </a:rPr>
                <a:t>You can simply copy and paste charts and graphs from Excel or Word. Some reformatting may be required depending on how the original document has been created.</a:t>
              </a:r>
              <a:endParaRPr b="0" lang="en-US" sz="2400" spc="-1" strike="noStrike">
                <a:solidFill>
                  <a:srgbClr val="ffffff"/>
                </a:solidFill>
                <a:latin typeface="Arial"/>
              </a:endParaRPr>
            </a:p>
            <a:p>
              <a:pPr defTabSz="114480">
                <a:lnSpc>
                  <a:spcPct val="100000"/>
                </a:lnSpc>
                <a:tabLst>
                  <a:tab algn="l" pos="0"/>
                </a:tabLst>
              </a:pPr>
              <a:endParaRPr b="0" lang="en-US" sz="2400" spc="-1" strike="noStrike">
                <a:solidFill>
                  <a:srgbClr val="ffffff"/>
                </a:solidFill>
                <a:latin typeface="Arial"/>
              </a:endParaRPr>
            </a:p>
            <a:p>
              <a:pPr algn="ctr" defTabSz="1518480">
                <a:lnSpc>
                  <a:spcPct val="100000"/>
                </a:lnSpc>
                <a:tabLst>
                  <a:tab algn="l" pos="0"/>
                </a:tabLst>
              </a:pPr>
              <a:r>
                <a:rPr b="1" lang="en-US" sz="3200" spc="-1" strike="noStrike">
                  <a:solidFill>
                    <a:srgbClr val="ffc000"/>
                  </a:solidFill>
                  <a:latin typeface="Trebuchet MS"/>
                </a:rPr>
                <a:t>How to change the column configuration</a:t>
              </a:r>
              <a:endParaRPr b="0" lang="en-US" sz="3200" spc="-1" strike="noStrike">
                <a:solidFill>
                  <a:srgbClr val="ffffff"/>
                </a:solidFill>
                <a:latin typeface="Arial"/>
              </a:endParaRPr>
            </a:p>
            <a:p>
              <a:pPr defTabSz="114480">
                <a:lnSpc>
                  <a:spcPct val="100000"/>
                </a:lnSpc>
                <a:tabLst>
                  <a:tab algn="l" pos="0"/>
                </a:tabLst>
              </a:pPr>
              <a:r>
                <a:rPr b="0" lang="en-US" sz="2400" spc="-1" strike="noStrike">
                  <a:solidFill>
                    <a:srgbClr val="bfbfbf"/>
                  </a:solidFill>
                  <a:latin typeface="Trebuchet MS"/>
                </a:rPr>
                <a:t>RIGHT-CLICK on the poster background and select LAYOUT to see the column options available for this template. The poster columns can also be customized on the Master. VIEW &gt; MASTER.</a:t>
              </a:r>
              <a:endParaRPr b="0" lang="en-US" sz="2400" spc="-1" strike="noStrike">
                <a:solidFill>
                  <a:srgbClr val="ffffff"/>
                </a:solidFill>
                <a:latin typeface="Arial"/>
              </a:endParaRPr>
            </a:p>
            <a:p>
              <a:pPr algn="ctr" defTabSz="1518480">
                <a:lnSpc>
                  <a:spcPct val="100000"/>
                </a:lnSpc>
                <a:tabLst>
                  <a:tab algn="l" pos="0"/>
                </a:tabLst>
              </a:pPr>
              <a:endParaRPr b="0" lang="en-US" sz="3200" spc="-1" strike="noStrike">
                <a:solidFill>
                  <a:srgbClr val="ffffff"/>
                </a:solidFill>
                <a:latin typeface="Arial"/>
              </a:endParaRPr>
            </a:p>
            <a:p>
              <a:pPr algn="ctr" defTabSz="1518480">
                <a:lnSpc>
                  <a:spcPct val="100000"/>
                </a:lnSpc>
                <a:tabLst>
                  <a:tab algn="l" pos="0"/>
                </a:tabLst>
              </a:pPr>
              <a:r>
                <a:rPr b="1" lang="en-US" sz="3200" spc="-1" strike="noStrike">
                  <a:solidFill>
                    <a:srgbClr val="ffc000"/>
                  </a:solidFill>
                  <a:latin typeface="Trebuchet MS"/>
                </a:rPr>
                <a:t>How to remove the info bars</a:t>
              </a:r>
              <a:endParaRPr b="0" lang="en-US" sz="3200" spc="-1" strike="noStrike">
                <a:solidFill>
                  <a:srgbClr val="ffffff"/>
                </a:solidFill>
                <a:latin typeface="Arial"/>
              </a:endParaRPr>
            </a:p>
            <a:p>
              <a:pPr defTabSz="114480">
                <a:lnSpc>
                  <a:spcPct val="100000"/>
                </a:lnSpc>
                <a:tabLst>
                  <a:tab algn="l" pos="0"/>
                </a:tabLst>
              </a:pPr>
              <a:r>
                <a:rPr b="0" lang="en-US" sz="2400" spc="-1" strike="noStrike">
                  <a:solidFill>
                    <a:srgbClr val="bfbfbf"/>
                  </a:solidFill>
                  <a:latin typeface="Trebuchet MS"/>
                </a:rPr>
                <a:t>If you are working in PowerPoint for Windows and have finished your poster, save as PDF and the bars will not be included. You can also delete them by going to VIEW &gt; MASTER. On the Mac adjust the Page-Setup to match the Page-Setup in PowerPoint before you create a PDF. You can also delete them from the Slide Master.</a:t>
              </a:r>
              <a:endParaRPr b="0" lang="en-US" sz="2400" spc="-1" strike="noStrike">
                <a:solidFill>
                  <a:srgbClr val="ffffff"/>
                </a:solidFill>
                <a:latin typeface="Arial"/>
              </a:endParaRPr>
            </a:p>
            <a:p>
              <a:pPr defTabSz="114480">
                <a:lnSpc>
                  <a:spcPct val="100000"/>
                </a:lnSpc>
                <a:tabLst>
                  <a:tab algn="l" pos="0"/>
                </a:tabLst>
              </a:pPr>
              <a:endParaRPr b="0" lang="en-US" sz="2400" spc="-1" strike="noStrike">
                <a:solidFill>
                  <a:srgbClr val="ffffff"/>
                </a:solidFill>
                <a:latin typeface="Arial"/>
              </a:endParaRPr>
            </a:p>
            <a:p>
              <a:pPr algn="ctr" defTabSz="1518480">
                <a:lnSpc>
                  <a:spcPct val="100000"/>
                </a:lnSpc>
                <a:tabLst>
                  <a:tab algn="l" pos="0"/>
                </a:tabLst>
              </a:pPr>
              <a:r>
                <a:rPr b="1" lang="en-US" sz="3200" spc="-1" strike="noStrike">
                  <a:solidFill>
                    <a:srgbClr val="ffc000"/>
                  </a:solidFill>
                  <a:latin typeface="Trebuchet MS"/>
                </a:rPr>
                <a:t>Save your work</a:t>
              </a:r>
              <a:endParaRPr b="0" lang="en-US" sz="3200" spc="-1" strike="noStrike">
                <a:solidFill>
                  <a:srgbClr val="ffffff"/>
                </a:solidFill>
                <a:latin typeface="Arial"/>
              </a:endParaRPr>
            </a:p>
            <a:p>
              <a:pPr defTabSz="114480">
                <a:lnSpc>
                  <a:spcPct val="100000"/>
                </a:lnSpc>
                <a:tabLst>
                  <a:tab algn="l" pos="0"/>
                </a:tabLst>
              </a:pPr>
              <a:r>
                <a:rPr b="0" lang="en-US" sz="2400" spc="-1" strike="noStrike">
                  <a:solidFill>
                    <a:srgbClr val="bfbfbf"/>
                  </a:solidFill>
                  <a:latin typeface="Trebuchet MS"/>
                </a:rPr>
                <a:t>Save your template as a PowerPoint document. For printing, save as PowerPoint or “Print-quality” PDF.</a:t>
              </a:r>
              <a:endParaRPr b="0" lang="en-US" sz="2400" spc="-1" strike="noStrike">
                <a:solidFill>
                  <a:srgbClr val="ffffff"/>
                </a:solidFill>
                <a:latin typeface="Arial"/>
              </a:endParaRPr>
            </a:p>
            <a:p>
              <a:pPr defTabSz="114480">
                <a:lnSpc>
                  <a:spcPct val="100000"/>
                </a:lnSpc>
                <a:tabLst>
                  <a:tab algn="l" pos="0"/>
                </a:tabLst>
              </a:pPr>
              <a:endParaRPr b="0" lang="en-US" sz="2400" spc="-1" strike="noStrike">
                <a:solidFill>
                  <a:srgbClr val="ffffff"/>
                </a:solidFill>
                <a:latin typeface="Arial"/>
              </a:endParaRPr>
            </a:p>
            <a:p>
              <a:pPr algn="ctr" defTabSz="1518480">
                <a:lnSpc>
                  <a:spcPct val="100000"/>
                </a:lnSpc>
                <a:tabLst>
                  <a:tab algn="l" pos="0"/>
                </a:tabLst>
              </a:pPr>
              <a:r>
                <a:rPr b="1" lang="en-US" sz="3200" spc="-1" strike="noStrike">
                  <a:solidFill>
                    <a:srgbClr val="ffc000"/>
                  </a:solidFill>
                  <a:latin typeface="Trebuchet MS"/>
                </a:rPr>
                <a:t>Print your poster</a:t>
              </a:r>
              <a:endParaRPr b="0" lang="en-US" sz="3200" spc="-1" strike="noStrike">
                <a:solidFill>
                  <a:srgbClr val="ffffff"/>
                </a:solidFill>
                <a:latin typeface="Arial"/>
              </a:endParaRPr>
            </a:p>
            <a:p>
              <a:pPr defTabSz="114480">
                <a:lnSpc>
                  <a:spcPct val="100000"/>
                </a:lnSpc>
                <a:tabLst>
                  <a:tab algn="l" pos="0"/>
                </a:tabLst>
              </a:pPr>
              <a:r>
                <a:rPr b="0" lang="en-US" sz="2400" spc="-1" strike="noStrike">
                  <a:solidFill>
                    <a:srgbClr val="bfbfbf"/>
                  </a:solidFill>
                  <a:latin typeface="Trebuchet MS"/>
                </a:rPr>
                <a:t>When you are ready to have your poster printed go online to PosterPresentations.com and click on the “Order Your Poster” button. Choose the poster type the best suits your needs and submit your order. If you submit a PowerPoint document you will be receiving a PDF proof for your approval prior to printing. If your order is placed and paid for before noon, Pacific, Monday through Friday, your order will ship out that same day. Next day, Second day, Third day, and Free Ground services are offered. Go to PosterPresentations.com for more information.</a:t>
              </a:r>
              <a:endParaRPr b="0" lang="en-US" sz="2400" spc="-1" strike="noStrike">
                <a:solidFill>
                  <a:srgbClr val="ffffff"/>
                </a:solidFill>
                <a:latin typeface="Arial"/>
              </a:endParaRPr>
            </a:p>
            <a:p>
              <a:pPr defTabSz="114480">
                <a:lnSpc>
                  <a:spcPct val="100000"/>
                </a:lnSpc>
                <a:tabLst>
                  <a:tab algn="l" pos="0"/>
                </a:tabLst>
              </a:pPr>
              <a:endParaRPr b="0" lang="en-US" sz="2800" spc="-1" strike="noStrike">
                <a:solidFill>
                  <a:srgbClr val="ffffff"/>
                </a:solidFill>
                <a:latin typeface="Arial"/>
              </a:endParaRPr>
            </a:p>
          </p:txBody>
        </p:sp>
        <p:graphicFrame>
          <p:nvGraphicFramePr>
            <p:cNvPr id="30" name=""/>
            <p:cNvGraphicFramePr/>
            <p:nvPr/>
          </p:nvGraphicFramePr>
          <p:xfrm>
            <a:off x="46915560" y="3349440"/>
            <a:ext cx="5585760" cy="2063520"/>
          </p:xfrm>
          <a:graphic>
            <a:graphicData uri="http://schemas.openxmlformats.org/presentationml/2006/ole">
              <p:oleObj progId="Photoshop.Image.13" r:id="rId11" spid="">
                <p:embed/>
                <p:pic>
                  <p:nvPicPr>
                    <p:cNvPr id="31" name="" descr=""/>
                    <p:cNvPicPr/>
                    <p:nvPr/>
                  </p:nvPicPr>
                  <p:blipFill>
                    <a:blip r:embed="rId12"/>
                    <a:stretch/>
                  </p:blipFill>
                  <p:spPr>
                    <a:xfrm>
                      <a:off x="46915560" y="3349440"/>
                      <a:ext cx="5585760" cy="2063520"/>
                    </a:xfrm>
                    <a:prstGeom prst="rect">
                      <a:avLst/>
                    </a:prstGeom>
                    <a:ln w="0">
                      <a:noFill/>
                    </a:ln>
                  </p:spPr>
                </p:pic>
              </p:oleObj>
            </a:graphicData>
          </a:graphic>
        </p:graphicFrame>
        <p:pic>
          <p:nvPicPr>
            <p:cNvPr id="32" name="Picture 56" descr=""/>
            <p:cNvPicPr/>
            <p:nvPr/>
          </p:nvPicPr>
          <p:blipFill>
            <a:blip r:embed="rId13"/>
            <a:stretch/>
          </p:blipFill>
          <p:spPr>
            <a:xfrm>
              <a:off x="44621640" y="7740000"/>
              <a:ext cx="2969280" cy="1370160"/>
            </a:xfrm>
            <a:prstGeom prst="rect">
              <a:avLst/>
            </a:prstGeom>
            <a:ln w="0">
              <a:noFill/>
            </a:ln>
          </p:spPr>
        </p:pic>
        <p:graphicFrame>
          <p:nvGraphicFramePr>
            <p:cNvPr id="33" name=""/>
            <p:cNvGraphicFramePr/>
            <p:nvPr/>
          </p:nvGraphicFramePr>
          <p:xfrm>
            <a:off x="44629560" y="12347280"/>
            <a:ext cx="1481760" cy="991800"/>
          </p:xfrm>
          <a:graphic>
            <a:graphicData uri="http://schemas.openxmlformats.org/presentationml/2006/ole">
              <p:oleObj progId="Photoshop.Image.13" r:id="rId14" spid="">
                <p:embed/>
                <p:pic>
                  <p:nvPicPr>
                    <p:cNvPr id="34" name="" descr=""/>
                    <p:cNvPicPr/>
                    <p:nvPr/>
                  </p:nvPicPr>
                  <p:blipFill>
                    <a:blip r:embed="rId15"/>
                    <a:stretch/>
                  </p:blipFill>
                  <p:spPr>
                    <a:xfrm>
                      <a:off x="44629560" y="12347280"/>
                      <a:ext cx="1481760" cy="991800"/>
                    </a:xfrm>
                    <a:prstGeom prst="rect">
                      <a:avLst/>
                    </a:prstGeom>
                    <a:ln w="0">
                      <a:noFill/>
                    </a:ln>
                  </p:spPr>
                </p:pic>
              </p:oleObj>
            </a:graphicData>
          </a:graphic>
        </p:graphicFrame>
        <p:grpSp>
          <p:nvGrpSpPr>
            <p:cNvPr id="35" name="Group 58"/>
            <p:cNvGrpSpPr/>
            <p:nvPr/>
          </p:nvGrpSpPr>
          <p:grpSpPr>
            <a:xfrm>
              <a:off x="44487360" y="29414520"/>
              <a:ext cx="10353960" cy="1265400"/>
              <a:chOff x="44487360" y="29414520"/>
              <a:chExt cx="10353960" cy="1265400"/>
            </a:xfrm>
          </p:grpSpPr>
          <p:sp>
            <p:nvSpPr>
              <p:cNvPr id="36" name="Rounded Rectangle 60"/>
              <p:cNvSpPr/>
              <p:nvPr/>
            </p:nvSpPr>
            <p:spPr>
              <a:xfrm>
                <a:off x="44487360" y="29414520"/>
                <a:ext cx="10353960" cy="1265400"/>
              </a:xfrm>
              <a:prstGeom prst="roundRect">
                <a:avLst>
                  <a:gd name="adj" fmla="val 16667"/>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4388760">
                  <a:lnSpc>
                    <a:spcPct val="100000"/>
                  </a:lnSpc>
                </a:pPr>
                <a:endParaRPr b="0" lang="en-US" sz="8600" spc="-1" strike="noStrike">
                  <a:solidFill>
                    <a:schemeClr val="lt1"/>
                  </a:solidFill>
                  <a:latin typeface="Calibri"/>
                </a:endParaRPr>
              </a:p>
            </p:txBody>
          </p:sp>
          <p:pic>
            <p:nvPicPr>
              <p:cNvPr id="37" name="Picture 7" descr="http://t2.gstatic.com/images?q=tbn:ANd9GcR4APHC6TT9w54M2zn_pvCiBxUNcspYPoVxirLRphBoJabfSvu7zw"/>
              <p:cNvPicPr/>
              <p:nvPr/>
            </p:nvPicPr>
            <p:blipFill>
              <a:blip r:embed="rId16"/>
              <a:stretch/>
            </p:blipFill>
            <p:spPr>
              <a:xfrm>
                <a:off x="44620560" y="29528640"/>
                <a:ext cx="968760" cy="1060920"/>
              </a:xfrm>
              <a:prstGeom prst="rect">
                <a:avLst/>
              </a:prstGeom>
              <a:ln w="0">
                <a:noFill/>
              </a:ln>
            </p:spPr>
          </p:pic>
          <p:sp>
            <p:nvSpPr>
              <p:cNvPr id="38" name="TextBox 62"/>
              <p:cNvSpPr/>
              <p:nvPr/>
            </p:nvSpPr>
            <p:spPr>
              <a:xfrm>
                <a:off x="45653040" y="29634840"/>
                <a:ext cx="9187920" cy="821160"/>
              </a:xfrm>
              <a:prstGeom prst="rect">
                <a:avLst/>
              </a:prstGeom>
              <a:noFill/>
              <a:ln w="0">
                <a:noFill/>
              </a:ln>
            </p:spPr>
            <p:style>
              <a:lnRef idx="0"/>
              <a:fillRef idx="0"/>
              <a:effectRef idx="0"/>
              <a:fontRef idx="minor"/>
            </p:style>
            <p:txBody>
              <a:bodyPr lIns="90000" rIns="90000" tIns="45000" bIns="45000" anchor="t">
                <a:spAutoFit/>
              </a:bodyPr>
              <a:p>
                <a:pPr defTabSz="4388760">
                  <a:lnSpc>
                    <a:spcPct val="100000"/>
                  </a:lnSpc>
                </a:pPr>
                <a:r>
                  <a:rPr b="0" lang="en-US" sz="2400" spc="-1" strike="noStrike">
                    <a:solidFill>
                      <a:schemeClr val="dk2"/>
                    </a:solidFill>
                    <a:latin typeface="Trebuchet MS"/>
                  </a:rPr>
                  <a:t>Student discounts are available on our Facebook page.</a:t>
                </a:r>
                <a:br>
                  <a:rPr sz="2400"/>
                </a:br>
                <a:r>
                  <a:rPr b="0" lang="en-US" sz="2400" spc="-1" strike="noStrike">
                    <a:solidFill>
                      <a:schemeClr val="dk2"/>
                    </a:solidFill>
                    <a:latin typeface="Trebuchet MS"/>
                  </a:rPr>
                  <a:t>Go to </a:t>
                </a:r>
                <a:r>
                  <a:rPr b="0" lang="en-US" sz="2400" spc="-1" strike="noStrike" u="sng">
                    <a:solidFill>
                      <a:schemeClr val="dk2"/>
                    </a:solidFill>
                    <a:uFillTx/>
                    <a:latin typeface="Trebuchet MS"/>
                  </a:rPr>
                  <a:t>PosterPresentations.com</a:t>
                </a:r>
                <a:r>
                  <a:rPr b="0" lang="en-US" sz="2400" spc="-1" strike="noStrike">
                    <a:solidFill>
                      <a:schemeClr val="dk2"/>
                    </a:solidFill>
                    <a:latin typeface="Trebuchet MS"/>
                  </a:rPr>
                  <a:t> and click on the FB icon. </a:t>
                </a:r>
                <a:endParaRPr b="0" lang="en-US" sz="2400" spc="-1" strike="noStrike">
                  <a:solidFill>
                    <a:srgbClr val="ffffff"/>
                  </a:solidFill>
                  <a:latin typeface="Arial"/>
                </a:endParaRPr>
              </a:p>
            </p:txBody>
          </p:sp>
        </p:grpSp>
        <p:sp>
          <p:nvSpPr>
            <p:cNvPr id="39" name="TextBox 59"/>
            <p:cNvSpPr/>
            <p:nvPr/>
          </p:nvSpPr>
          <p:spPr>
            <a:xfrm>
              <a:off x="44262720" y="31169880"/>
              <a:ext cx="6869880" cy="1385640"/>
            </a:xfrm>
            <a:prstGeom prst="rect">
              <a:avLst/>
            </a:prstGeom>
            <a:noFill/>
            <a:ln w="0">
              <a:noFill/>
            </a:ln>
          </p:spPr>
          <p:style>
            <a:lnRef idx="0"/>
            <a:fillRef idx="0"/>
            <a:effectRef idx="0"/>
            <a:fontRef idx="minor"/>
          </p:style>
          <p:txBody>
            <a:bodyPr lIns="65160" rIns="65160" tIns="32760" bIns="32760" anchor="t">
              <a:spAutoFit/>
            </a:bodyPr>
            <a:p>
              <a:pPr defTabSz="4388760">
                <a:lnSpc>
                  <a:spcPts val="2599"/>
                </a:lnSpc>
              </a:pPr>
              <a:r>
                <a:rPr b="0" lang="en-US" sz="2800" spc="-1" strike="noStrike">
                  <a:solidFill>
                    <a:schemeClr val="lt1"/>
                  </a:solidFill>
                  <a:latin typeface="Calibri"/>
                </a:rPr>
                <a:t>© 2015 PosterPresentations.com</a:t>
              </a:r>
              <a:br>
                <a:rPr sz="2800"/>
              </a:br>
              <a:r>
                <a:rPr b="0" lang="en-US" sz="2800" spc="-1" strike="noStrike">
                  <a:solidFill>
                    <a:schemeClr val="lt1"/>
                  </a:solidFill>
                  <a:latin typeface="Calibri"/>
                </a:rPr>
                <a:t>    </a:t>
              </a:r>
              <a:r>
                <a:rPr b="0" lang="en-US" sz="2400" spc="-1" strike="noStrike">
                  <a:solidFill>
                    <a:schemeClr val="lt1"/>
                  </a:solidFill>
                  <a:latin typeface="Calibri"/>
                </a:rPr>
                <a:t>2117 Fourth Street , Unit C        </a:t>
              </a:r>
              <a:endParaRPr b="0" lang="en-US" sz="2400" spc="-1" strike="noStrike">
                <a:solidFill>
                  <a:srgbClr val="ffffff"/>
                </a:solidFill>
                <a:latin typeface="Arial"/>
              </a:endParaRPr>
            </a:p>
            <a:p>
              <a:pPr defTabSz="4388760">
                <a:lnSpc>
                  <a:spcPts val="2599"/>
                </a:lnSpc>
              </a:pPr>
              <a:r>
                <a:rPr b="0" lang="en-US" sz="2400" spc="-1" strike="noStrike">
                  <a:solidFill>
                    <a:schemeClr val="lt1"/>
                  </a:solidFill>
                  <a:latin typeface="Calibri"/>
                </a:rPr>
                <a:t>     </a:t>
              </a:r>
              <a:r>
                <a:rPr b="0" lang="en-US" sz="2400" spc="-1" strike="noStrike">
                  <a:solidFill>
                    <a:schemeClr val="lt1"/>
                  </a:solidFill>
                  <a:latin typeface="Calibri"/>
                </a:rPr>
                <a:t>Berkeley CA </a:t>
              </a:r>
              <a:r>
                <a:rPr b="0" lang="en-US" sz="2000" spc="-1" strike="noStrike">
                  <a:solidFill>
                    <a:schemeClr val="lt1"/>
                  </a:solidFill>
                  <a:latin typeface="Calibri"/>
                </a:rPr>
                <a:t>94710</a:t>
              </a:r>
              <a:br>
                <a:rPr sz="2400"/>
              </a:br>
              <a:r>
                <a:rPr b="0" lang="en-US" sz="2400" spc="-1" strike="noStrike">
                  <a:solidFill>
                    <a:schemeClr val="lt1"/>
                  </a:solidFill>
                  <a:latin typeface="Calibri"/>
                </a:rPr>
                <a:t>    </a:t>
              </a:r>
              <a:r>
                <a:rPr b="1" lang="en-US" sz="2400" spc="-1" strike="noStrike">
                  <a:solidFill>
                    <a:srgbClr val="ffff00"/>
                  </a:solidFill>
                  <a:latin typeface="Calibri"/>
                </a:rPr>
                <a:t>posterpresenter@gmail.com</a:t>
              </a:r>
              <a:endParaRPr b="0" lang="en-US" sz="2400" spc="-1" strike="noStrike">
                <a:solidFill>
                  <a:srgbClr val="ffffff"/>
                </a:solidFill>
                <a:latin typeface="Arial"/>
              </a:endParaRPr>
            </a:p>
          </p:txBody>
        </p:sp>
      </p:grpSp>
      <p:sp>
        <p:nvSpPr>
          <p:cNvPr id="40" name="PlaceHolder 1"/>
          <p:cNvSpPr>
            <a:spLocks noGrp="1"/>
          </p:cNvSpPr>
          <p:nvPr>
            <p:ph type="body"/>
          </p:nvPr>
        </p:nvSpPr>
        <p:spPr>
          <a:xfrm>
            <a:off x="491400" y="6378480"/>
            <a:ext cx="10056600" cy="19549800"/>
          </a:xfrm>
          <a:prstGeom prst="rect">
            <a:avLst/>
          </a:prstGeom>
          <a:noFill/>
          <a:ln w="0">
            <a:noFill/>
          </a:ln>
        </p:spPr>
        <p:txBody>
          <a:bodyPr lIns="228600" rIns="228600" tIns="228600" bIns="228600" anchor="t">
            <a:noAutofit/>
          </a:bodyPr>
          <a:p>
            <a:pPr indent="0" defTabSz="4388760">
              <a:lnSpc>
                <a:spcPct val="100000"/>
              </a:lnSpc>
              <a:spcBef>
                <a:spcPts val="499"/>
              </a:spcBef>
              <a:buNone/>
              <a:tabLst>
                <a:tab algn="l" pos="0"/>
              </a:tabLst>
            </a:pPr>
            <a:r>
              <a:rPr b="0" lang="en-US" sz="2500" spc="-1" strike="noStrike">
                <a:solidFill>
                  <a:schemeClr val="accent5">
                    <a:lumMod val="50000"/>
                  </a:schemeClr>
                </a:solidFill>
                <a:latin typeface="Times New Roman"/>
              </a:rPr>
              <a:t>Type in or paste your text here</a:t>
            </a:r>
            <a:endParaRPr b="0" lang="en-US" sz="2500" spc="-1" strike="noStrike">
              <a:solidFill>
                <a:schemeClr val="dk1"/>
              </a:solidFill>
              <a:latin typeface="Calibri"/>
            </a:endParaRPr>
          </a:p>
        </p:txBody>
      </p:sp>
      <p:sp>
        <p:nvSpPr>
          <p:cNvPr id="41" name="PlaceHolder 2"/>
          <p:cNvSpPr>
            <a:spLocks noGrp="1"/>
          </p:cNvSpPr>
          <p:nvPr>
            <p:ph type="body"/>
          </p:nvPr>
        </p:nvSpPr>
        <p:spPr>
          <a:xfrm>
            <a:off x="509400" y="-3711960"/>
            <a:ext cx="10048680" cy="19275480"/>
          </a:xfrm>
          <a:prstGeom prst="rect">
            <a:avLst/>
          </a:prstGeom>
          <a:noFill/>
          <a:ln w="0">
            <a:noFill/>
          </a:ln>
        </p:spPr>
        <p:txBody>
          <a:bodyPr lIns="91440" rIns="91440" tIns="91440" bIns="91440" anchor="ctr">
            <a:noAutofit/>
          </a:bodyPr>
          <a:p>
            <a:pPr indent="0" algn="ctr" defTabSz="4388760">
              <a:lnSpc>
                <a:spcPct val="100000"/>
              </a:lnSpc>
              <a:spcBef>
                <a:spcPts val="740"/>
              </a:spcBef>
              <a:buNone/>
              <a:tabLst>
                <a:tab algn="l" pos="0"/>
              </a:tabLst>
            </a:pPr>
            <a:r>
              <a:rPr b="1" lang="en-US" sz="3700" spc="-1" strike="noStrike" u="sng">
                <a:solidFill>
                  <a:schemeClr val="accent5">
                    <a:lumMod val="50000"/>
                  </a:schemeClr>
                </a:solidFill>
                <a:uFillTx/>
                <a:latin typeface="Calibri"/>
              </a:rPr>
              <a:t>(click to edit) INTRODUCTION or ABSTRACT</a:t>
            </a:r>
            <a:endParaRPr b="0" lang="en-US" sz="3700" spc="-1" strike="noStrike">
              <a:solidFill>
                <a:schemeClr val="dk1"/>
              </a:solidFill>
              <a:latin typeface="Calibri"/>
            </a:endParaRPr>
          </a:p>
        </p:txBody>
      </p:sp>
      <p:sp>
        <p:nvSpPr>
          <p:cNvPr id="42" name="PlaceHolder 3"/>
          <p:cNvSpPr>
            <a:spLocks noGrp="1"/>
          </p:cNvSpPr>
          <p:nvPr>
            <p:ph type="body"/>
          </p:nvPr>
        </p:nvSpPr>
        <p:spPr>
          <a:xfrm>
            <a:off x="509400" y="4951800"/>
            <a:ext cx="10050120" cy="19275480"/>
          </a:xfrm>
          <a:prstGeom prst="rect">
            <a:avLst/>
          </a:prstGeom>
          <a:noFill/>
          <a:ln w="0">
            <a:noFill/>
          </a:ln>
        </p:spPr>
        <p:txBody>
          <a:bodyPr lIns="91440" rIns="91440" tIns="91440" bIns="91440" anchor="ctr">
            <a:noAutofit/>
          </a:bodyPr>
          <a:p>
            <a:pPr indent="0" algn="ctr" defTabSz="4388760">
              <a:lnSpc>
                <a:spcPct val="100000"/>
              </a:lnSpc>
              <a:spcBef>
                <a:spcPts val="740"/>
              </a:spcBef>
              <a:buNone/>
              <a:tabLst>
                <a:tab algn="l" pos="0"/>
              </a:tabLst>
            </a:pPr>
            <a:r>
              <a:rPr b="1" lang="en-US" sz="3700" spc="-1" strike="noStrike" u="sng">
                <a:solidFill>
                  <a:schemeClr val="accent5">
                    <a:lumMod val="50000"/>
                  </a:schemeClr>
                </a:solidFill>
                <a:uFillTx/>
                <a:latin typeface="Calibri"/>
              </a:rPr>
              <a:t>(click to edit)  OBJECTIVES</a:t>
            </a:r>
            <a:endParaRPr b="0" lang="en-US" sz="3700" spc="-1" strike="noStrike">
              <a:solidFill>
                <a:schemeClr val="dk1"/>
              </a:solidFill>
              <a:latin typeface="Calibri"/>
            </a:endParaRPr>
          </a:p>
        </p:txBody>
      </p:sp>
      <p:sp>
        <p:nvSpPr>
          <p:cNvPr id="43" name="PlaceHolder 4"/>
          <p:cNvSpPr>
            <a:spLocks noGrp="1"/>
          </p:cNvSpPr>
          <p:nvPr>
            <p:ph type="body"/>
          </p:nvPr>
        </p:nvSpPr>
        <p:spPr>
          <a:xfrm>
            <a:off x="11460240" y="6378480"/>
            <a:ext cx="10048680" cy="19549800"/>
          </a:xfrm>
          <a:prstGeom prst="rect">
            <a:avLst/>
          </a:prstGeom>
          <a:noFill/>
          <a:ln w="0">
            <a:noFill/>
          </a:ln>
        </p:spPr>
        <p:txBody>
          <a:bodyPr lIns="228600" rIns="228600" tIns="228600" bIns="228600" anchor="t">
            <a:noAutofit/>
          </a:bodyPr>
          <a:p>
            <a:pPr indent="0" defTabSz="4388760">
              <a:lnSpc>
                <a:spcPct val="100000"/>
              </a:lnSpc>
              <a:spcBef>
                <a:spcPts val="499"/>
              </a:spcBef>
              <a:buNone/>
              <a:tabLst>
                <a:tab algn="l" pos="0"/>
              </a:tabLst>
            </a:pPr>
            <a:r>
              <a:rPr b="0" lang="en-US" sz="2500" spc="-1" strike="noStrike">
                <a:solidFill>
                  <a:schemeClr val="accent5">
                    <a:lumMod val="50000"/>
                  </a:schemeClr>
                </a:solidFill>
                <a:latin typeface="Times New Roman"/>
              </a:rPr>
              <a:t>Type in or paste your text here</a:t>
            </a:r>
            <a:endParaRPr b="0" lang="en-US" sz="2500" spc="-1" strike="noStrike">
              <a:solidFill>
                <a:schemeClr val="dk1"/>
              </a:solidFill>
              <a:latin typeface="Calibri"/>
            </a:endParaRPr>
          </a:p>
        </p:txBody>
      </p:sp>
      <p:sp>
        <p:nvSpPr>
          <p:cNvPr id="44" name="PlaceHolder 5"/>
          <p:cNvSpPr>
            <a:spLocks noGrp="1"/>
          </p:cNvSpPr>
          <p:nvPr>
            <p:ph type="body"/>
          </p:nvPr>
        </p:nvSpPr>
        <p:spPr>
          <a:xfrm>
            <a:off x="11460240" y="-3711960"/>
            <a:ext cx="10048680" cy="19275480"/>
          </a:xfrm>
          <a:prstGeom prst="rect">
            <a:avLst/>
          </a:prstGeom>
          <a:noFill/>
          <a:ln w="0">
            <a:noFill/>
          </a:ln>
        </p:spPr>
        <p:txBody>
          <a:bodyPr lIns="91440" rIns="91440" tIns="91440" bIns="91440" anchor="ctr">
            <a:noAutofit/>
          </a:bodyPr>
          <a:p>
            <a:pPr indent="0" algn="ctr" defTabSz="4388760">
              <a:lnSpc>
                <a:spcPct val="100000"/>
              </a:lnSpc>
              <a:spcBef>
                <a:spcPts val="740"/>
              </a:spcBef>
              <a:buNone/>
              <a:tabLst>
                <a:tab algn="l" pos="0"/>
              </a:tabLst>
            </a:pPr>
            <a:r>
              <a:rPr b="1" lang="en-US" sz="3700" spc="-1" strike="noStrike" u="sng">
                <a:solidFill>
                  <a:schemeClr val="accent5">
                    <a:lumMod val="50000"/>
                  </a:schemeClr>
                </a:solidFill>
                <a:uFillTx/>
                <a:latin typeface="Calibri"/>
              </a:rPr>
              <a:t>(click to edit)  MATERIALS &amp; METHODS</a:t>
            </a:r>
            <a:endParaRPr b="0" lang="en-US" sz="3700" spc="-1" strike="noStrike">
              <a:solidFill>
                <a:schemeClr val="dk1"/>
              </a:solidFill>
              <a:latin typeface="Calibri"/>
            </a:endParaRPr>
          </a:p>
        </p:txBody>
      </p:sp>
      <p:sp>
        <p:nvSpPr>
          <p:cNvPr id="45" name="PlaceHolder 6"/>
          <p:cNvSpPr>
            <a:spLocks noGrp="1"/>
          </p:cNvSpPr>
          <p:nvPr>
            <p:ph type="body"/>
          </p:nvPr>
        </p:nvSpPr>
        <p:spPr>
          <a:xfrm>
            <a:off x="22385520" y="6378480"/>
            <a:ext cx="10048680" cy="19549800"/>
          </a:xfrm>
          <a:prstGeom prst="rect">
            <a:avLst/>
          </a:prstGeom>
          <a:noFill/>
          <a:ln w="0">
            <a:noFill/>
          </a:ln>
        </p:spPr>
        <p:txBody>
          <a:bodyPr lIns="228600" rIns="228600" tIns="228600" bIns="228600" anchor="t">
            <a:noAutofit/>
          </a:bodyPr>
          <a:p>
            <a:pPr indent="0" defTabSz="4388760">
              <a:lnSpc>
                <a:spcPct val="100000"/>
              </a:lnSpc>
              <a:spcBef>
                <a:spcPts val="499"/>
              </a:spcBef>
              <a:buNone/>
              <a:tabLst>
                <a:tab algn="l" pos="0"/>
              </a:tabLst>
            </a:pPr>
            <a:r>
              <a:rPr b="0" lang="en-US" sz="2500" spc="-1" strike="noStrike">
                <a:solidFill>
                  <a:schemeClr val="accent5">
                    <a:lumMod val="50000"/>
                  </a:schemeClr>
                </a:solidFill>
                <a:latin typeface="Times New Roman"/>
              </a:rPr>
              <a:t>Type in or paste your text here</a:t>
            </a:r>
            <a:endParaRPr b="0" lang="en-US" sz="2500" spc="-1" strike="noStrike">
              <a:solidFill>
                <a:schemeClr val="dk1"/>
              </a:solidFill>
              <a:latin typeface="Calibri"/>
            </a:endParaRPr>
          </a:p>
        </p:txBody>
      </p:sp>
      <p:sp>
        <p:nvSpPr>
          <p:cNvPr id="46" name="PlaceHolder 7"/>
          <p:cNvSpPr>
            <a:spLocks noGrp="1"/>
          </p:cNvSpPr>
          <p:nvPr>
            <p:ph type="body"/>
          </p:nvPr>
        </p:nvSpPr>
        <p:spPr>
          <a:xfrm>
            <a:off x="22377240" y="-3711960"/>
            <a:ext cx="10058040" cy="19275480"/>
          </a:xfrm>
          <a:prstGeom prst="rect">
            <a:avLst/>
          </a:prstGeom>
          <a:noFill/>
          <a:ln w="0">
            <a:noFill/>
          </a:ln>
        </p:spPr>
        <p:txBody>
          <a:bodyPr lIns="91440" rIns="91440" tIns="91440" bIns="91440" anchor="ctr">
            <a:noAutofit/>
          </a:bodyPr>
          <a:p>
            <a:pPr indent="0" algn="ctr" defTabSz="4388760">
              <a:lnSpc>
                <a:spcPct val="100000"/>
              </a:lnSpc>
              <a:spcBef>
                <a:spcPts val="740"/>
              </a:spcBef>
              <a:buNone/>
              <a:tabLst>
                <a:tab algn="l" pos="0"/>
              </a:tabLst>
            </a:pPr>
            <a:r>
              <a:rPr b="1" lang="en-US" sz="3700" spc="-1" strike="noStrike" u="sng">
                <a:solidFill>
                  <a:schemeClr val="accent5">
                    <a:lumMod val="50000"/>
                  </a:schemeClr>
                </a:solidFill>
                <a:uFillTx/>
                <a:latin typeface="Calibri"/>
              </a:rPr>
              <a:t>(click to edit)  RESULTS</a:t>
            </a:r>
            <a:endParaRPr b="0" lang="en-US" sz="3700" spc="-1" strike="noStrike">
              <a:solidFill>
                <a:schemeClr val="dk1"/>
              </a:solidFill>
              <a:latin typeface="Calibri"/>
            </a:endParaRPr>
          </a:p>
        </p:txBody>
      </p:sp>
      <p:sp>
        <p:nvSpPr>
          <p:cNvPr id="47" name="PlaceHolder 8"/>
          <p:cNvSpPr>
            <a:spLocks noGrp="1"/>
          </p:cNvSpPr>
          <p:nvPr>
            <p:ph type="body"/>
          </p:nvPr>
        </p:nvSpPr>
        <p:spPr>
          <a:xfrm>
            <a:off x="33358680" y="-3711960"/>
            <a:ext cx="10046520" cy="19275480"/>
          </a:xfrm>
          <a:prstGeom prst="rect">
            <a:avLst/>
          </a:prstGeom>
          <a:noFill/>
          <a:ln w="0">
            <a:noFill/>
          </a:ln>
        </p:spPr>
        <p:txBody>
          <a:bodyPr lIns="91440" rIns="91440" tIns="91440" bIns="91440" anchor="ctr">
            <a:noAutofit/>
          </a:bodyPr>
          <a:p>
            <a:pPr indent="0" algn="ctr" defTabSz="4388760">
              <a:lnSpc>
                <a:spcPct val="100000"/>
              </a:lnSpc>
              <a:spcBef>
                <a:spcPts val="740"/>
              </a:spcBef>
              <a:buNone/>
              <a:tabLst>
                <a:tab algn="l" pos="0"/>
              </a:tabLst>
            </a:pPr>
            <a:r>
              <a:rPr b="1" lang="en-US" sz="3700" spc="-1" strike="noStrike" u="sng">
                <a:solidFill>
                  <a:schemeClr val="accent5">
                    <a:lumMod val="50000"/>
                  </a:schemeClr>
                </a:solidFill>
                <a:uFillTx/>
                <a:latin typeface="Calibri"/>
              </a:rPr>
              <a:t>(click to edit)  CONCLUSIONS</a:t>
            </a:r>
            <a:endParaRPr b="0" lang="en-US" sz="3700" spc="-1" strike="noStrike">
              <a:solidFill>
                <a:schemeClr val="dk1"/>
              </a:solidFill>
              <a:latin typeface="Calibri"/>
            </a:endParaRPr>
          </a:p>
        </p:txBody>
      </p:sp>
      <p:sp>
        <p:nvSpPr>
          <p:cNvPr id="48" name="PlaceHolder 9"/>
          <p:cNvSpPr>
            <a:spLocks noGrp="1"/>
          </p:cNvSpPr>
          <p:nvPr>
            <p:ph type="body"/>
          </p:nvPr>
        </p:nvSpPr>
        <p:spPr>
          <a:xfrm>
            <a:off x="33358680" y="6378480"/>
            <a:ext cx="10046520" cy="19549800"/>
          </a:xfrm>
          <a:prstGeom prst="rect">
            <a:avLst/>
          </a:prstGeom>
          <a:noFill/>
          <a:ln w="0">
            <a:noFill/>
          </a:ln>
        </p:spPr>
        <p:txBody>
          <a:bodyPr lIns="228600" rIns="228600" tIns="228600" bIns="228600" anchor="t">
            <a:noAutofit/>
          </a:bodyPr>
          <a:p>
            <a:pPr indent="0" defTabSz="4388760">
              <a:lnSpc>
                <a:spcPct val="100000"/>
              </a:lnSpc>
              <a:spcBef>
                <a:spcPts val="499"/>
              </a:spcBef>
              <a:buNone/>
              <a:tabLst>
                <a:tab algn="l" pos="0"/>
              </a:tabLst>
            </a:pPr>
            <a:r>
              <a:rPr b="0" lang="en-US" sz="2500" spc="-1" strike="noStrike">
                <a:solidFill>
                  <a:schemeClr val="accent5">
                    <a:lumMod val="50000"/>
                  </a:schemeClr>
                </a:solidFill>
                <a:latin typeface="Times New Roman"/>
              </a:rPr>
              <a:t>Type in or paste your text here</a:t>
            </a:r>
            <a:endParaRPr b="0" lang="en-US" sz="2500" spc="-1" strike="noStrike">
              <a:solidFill>
                <a:schemeClr val="dk1"/>
              </a:solidFill>
              <a:latin typeface="Calibri"/>
            </a:endParaRPr>
          </a:p>
        </p:txBody>
      </p:sp>
      <p:sp>
        <p:nvSpPr>
          <p:cNvPr id="49" name="PlaceHolder 10"/>
          <p:cNvSpPr>
            <a:spLocks noGrp="1"/>
          </p:cNvSpPr>
          <p:nvPr>
            <p:ph type="body"/>
          </p:nvPr>
        </p:nvSpPr>
        <p:spPr>
          <a:xfrm>
            <a:off x="33358680" y="5011920"/>
            <a:ext cx="10046520" cy="19275480"/>
          </a:xfrm>
          <a:prstGeom prst="rect">
            <a:avLst/>
          </a:prstGeom>
          <a:noFill/>
          <a:ln w="0">
            <a:noFill/>
          </a:ln>
        </p:spPr>
        <p:txBody>
          <a:bodyPr lIns="91440" rIns="91440" tIns="91440" bIns="91440" anchor="ctr">
            <a:noAutofit/>
          </a:bodyPr>
          <a:p>
            <a:pPr indent="0" algn="ctr" defTabSz="4388760">
              <a:lnSpc>
                <a:spcPct val="100000"/>
              </a:lnSpc>
              <a:spcBef>
                <a:spcPts val="740"/>
              </a:spcBef>
              <a:buNone/>
              <a:tabLst>
                <a:tab algn="l" pos="0"/>
              </a:tabLst>
            </a:pPr>
            <a:r>
              <a:rPr b="1" lang="en-US" sz="3700" spc="-1" strike="noStrike" u="sng">
                <a:solidFill>
                  <a:schemeClr val="accent5">
                    <a:lumMod val="50000"/>
                  </a:schemeClr>
                </a:solidFill>
                <a:uFillTx/>
                <a:latin typeface="Calibri"/>
              </a:rPr>
              <a:t>(click to edit)  REFERENCES</a:t>
            </a:r>
            <a:endParaRPr b="0" lang="en-US" sz="3700" spc="-1" strike="noStrike">
              <a:solidFill>
                <a:schemeClr val="dk1"/>
              </a:solidFill>
              <a:latin typeface="Calibri"/>
            </a:endParaRPr>
          </a:p>
        </p:txBody>
      </p:sp>
      <p:sp>
        <p:nvSpPr>
          <p:cNvPr id="50" name="PlaceHolder 11"/>
          <p:cNvSpPr>
            <a:spLocks noGrp="1"/>
          </p:cNvSpPr>
          <p:nvPr>
            <p:ph type="body"/>
          </p:nvPr>
        </p:nvSpPr>
        <p:spPr>
          <a:xfrm>
            <a:off x="33358680" y="15011280"/>
            <a:ext cx="10051560" cy="19549800"/>
          </a:xfrm>
          <a:prstGeom prst="rect">
            <a:avLst/>
          </a:prstGeom>
          <a:noFill/>
          <a:ln w="0">
            <a:noFill/>
          </a:ln>
        </p:spPr>
        <p:txBody>
          <a:bodyPr lIns="228600" rIns="228600" tIns="228600" bIns="228600" anchor="t">
            <a:noAutofit/>
          </a:bodyPr>
          <a:p>
            <a:pPr indent="0" defTabSz="4388760">
              <a:lnSpc>
                <a:spcPct val="100000"/>
              </a:lnSpc>
              <a:spcBef>
                <a:spcPts val="499"/>
              </a:spcBef>
              <a:buNone/>
              <a:tabLst>
                <a:tab algn="l" pos="0"/>
              </a:tabLst>
            </a:pPr>
            <a:r>
              <a:rPr b="0" lang="en-US" sz="2500" spc="-1" strike="noStrike">
                <a:solidFill>
                  <a:schemeClr val="accent5">
                    <a:lumMod val="50000"/>
                  </a:schemeClr>
                </a:solidFill>
                <a:latin typeface="Times New Roman"/>
              </a:rPr>
              <a:t>Type in or paste your text here</a:t>
            </a:r>
            <a:endParaRPr b="0" lang="en-US" sz="2500" spc="-1" strike="noStrike">
              <a:solidFill>
                <a:schemeClr val="dk1"/>
              </a:solidFill>
              <a:latin typeface="Calibri"/>
            </a:endParaRPr>
          </a:p>
        </p:txBody>
      </p:sp>
      <p:sp>
        <p:nvSpPr>
          <p:cNvPr id="51" name="PlaceHolder 12"/>
          <p:cNvSpPr>
            <a:spLocks noGrp="1"/>
          </p:cNvSpPr>
          <p:nvPr>
            <p:ph type="body"/>
          </p:nvPr>
        </p:nvSpPr>
        <p:spPr>
          <a:xfrm>
            <a:off x="33358680" y="16418880"/>
            <a:ext cx="10046520" cy="19275480"/>
          </a:xfrm>
          <a:prstGeom prst="rect">
            <a:avLst/>
          </a:prstGeom>
          <a:noFill/>
          <a:ln w="0">
            <a:noFill/>
          </a:ln>
        </p:spPr>
        <p:txBody>
          <a:bodyPr lIns="91440" rIns="91440" tIns="91440" bIns="91440" anchor="ctr">
            <a:noAutofit/>
          </a:bodyPr>
          <a:p>
            <a:pPr indent="0" algn="ctr" defTabSz="4388760">
              <a:lnSpc>
                <a:spcPct val="100000"/>
              </a:lnSpc>
              <a:spcBef>
                <a:spcPts val="740"/>
              </a:spcBef>
              <a:buNone/>
              <a:tabLst>
                <a:tab algn="l" pos="0"/>
              </a:tabLst>
            </a:pPr>
            <a:r>
              <a:rPr b="1" lang="en-US" sz="3700" spc="-1" strike="noStrike" u="sng">
                <a:solidFill>
                  <a:schemeClr val="accent5">
                    <a:lumMod val="50000"/>
                  </a:schemeClr>
                </a:solidFill>
                <a:uFillTx/>
                <a:latin typeface="Calibri"/>
              </a:rPr>
              <a:t>(click to edit)  ACKNOWLEDGEMENTS or  CONTACT</a:t>
            </a:r>
            <a:endParaRPr b="0" lang="en-US" sz="3700" spc="-1" strike="noStrike">
              <a:solidFill>
                <a:schemeClr val="dk1"/>
              </a:solidFill>
              <a:latin typeface="Calibri"/>
            </a:endParaRPr>
          </a:p>
        </p:txBody>
      </p:sp>
      <p:sp>
        <p:nvSpPr>
          <p:cNvPr id="52" name="PlaceHolder 13"/>
          <p:cNvSpPr>
            <a:spLocks noGrp="1"/>
          </p:cNvSpPr>
          <p:nvPr>
            <p:ph type="body"/>
          </p:nvPr>
        </p:nvSpPr>
        <p:spPr>
          <a:xfrm>
            <a:off x="33358680" y="26433360"/>
            <a:ext cx="10051560" cy="19549800"/>
          </a:xfrm>
          <a:prstGeom prst="rect">
            <a:avLst/>
          </a:prstGeom>
          <a:noFill/>
          <a:ln w="0">
            <a:noFill/>
          </a:ln>
        </p:spPr>
        <p:txBody>
          <a:bodyPr lIns="228600" rIns="228600" tIns="228600" bIns="228600" anchor="t">
            <a:noAutofit/>
          </a:bodyPr>
          <a:p>
            <a:pPr indent="0" defTabSz="4388760">
              <a:lnSpc>
                <a:spcPct val="100000"/>
              </a:lnSpc>
              <a:spcBef>
                <a:spcPts val="499"/>
              </a:spcBef>
              <a:buNone/>
              <a:tabLst>
                <a:tab algn="l" pos="0"/>
              </a:tabLst>
            </a:pPr>
            <a:r>
              <a:rPr b="0" lang="en-US" sz="2500" spc="-1" strike="noStrike">
                <a:solidFill>
                  <a:schemeClr val="accent5">
                    <a:lumMod val="50000"/>
                  </a:schemeClr>
                </a:solidFill>
                <a:latin typeface="Times New Roman"/>
              </a:rPr>
              <a:t>Type in or paste your text here</a:t>
            </a:r>
            <a:endParaRPr b="0" lang="en-US" sz="2500" spc="-1" strike="noStrike">
              <a:solidFill>
                <a:schemeClr val="dk1"/>
              </a:solidFill>
              <a:latin typeface="Calibri"/>
            </a:endParaRPr>
          </a:p>
        </p:txBody>
      </p:sp>
      <p:sp>
        <p:nvSpPr>
          <p:cNvPr id="53" name="PlaceHolder 14"/>
          <p:cNvSpPr>
            <a:spLocks noGrp="1"/>
          </p:cNvSpPr>
          <p:nvPr>
            <p:ph type="body"/>
          </p:nvPr>
        </p:nvSpPr>
        <p:spPr>
          <a:xfrm>
            <a:off x="491400" y="14951520"/>
            <a:ext cx="10056600" cy="19549800"/>
          </a:xfrm>
          <a:prstGeom prst="rect">
            <a:avLst/>
          </a:prstGeom>
          <a:noFill/>
          <a:ln w="0">
            <a:noFill/>
          </a:ln>
        </p:spPr>
        <p:txBody>
          <a:bodyPr lIns="228600" rIns="228600" tIns="228600" bIns="228600" anchor="t">
            <a:noAutofit/>
          </a:bodyPr>
          <a:p>
            <a:pPr indent="0" defTabSz="4388760">
              <a:lnSpc>
                <a:spcPct val="100000"/>
              </a:lnSpc>
              <a:spcBef>
                <a:spcPts val="499"/>
              </a:spcBef>
              <a:buNone/>
              <a:tabLst>
                <a:tab algn="l" pos="0"/>
              </a:tabLst>
            </a:pPr>
            <a:r>
              <a:rPr b="0" lang="en-US" sz="2500" spc="-1" strike="noStrike">
                <a:solidFill>
                  <a:schemeClr val="accent5">
                    <a:lumMod val="50000"/>
                  </a:schemeClr>
                </a:solidFill>
                <a:latin typeface="Times New Roman"/>
              </a:rPr>
              <a:t>Type in or paste your text here</a:t>
            </a:r>
            <a:endParaRPr b="0" lang="en-US" sz="2500" spc="-1" strike="noStrike">
              <a:solidFill>
                <a:schemeClr val="dk1"/>
              </a:solidFill>
              <a:latin typeface="Calibri"/>
            </a:endParaRPr>
          </a:p>
        </p:txBody>
      </p:sp>
      <p:sp>
        <p:nvSpPr>
          <p:cNvPr id="54" name="PlaceHolder 15"/>
          <p:cNvSpPr>
            <a:spLocks noGrp="1"/>
          </p:cNvSpPr>
          <p:nvPr>
            <p:ph type="body"/>
          </p:nvPr>
        </p:nvSpPr>
        <p:spPr>
          <a:xfrm>
            <a:off x="5932440" y="3384000"/>
            <a:ext cx="31998600" cy="1279800"/>
          </a:xfrm>
          <a:prstGeom prst="rect">
            <a:avLst/>
          </a:prstGeom>
          <a:noFill/>
          <a:ln w="0">
            <a:noFill/>
          </a:ln>
        </p:spPr>
        <p:txBody>
          <a:bodyPr lIns="90000" rIns="90000" tIns="45000" bIns="45000" anchor="t">
            <a:normAutofit/>
          </a:bodyPr>
          <a:p>
            <a:pPr indent="0" algn="ctr" defTabSz="4388760">
              <a:lnSpc>
                <a:spcPct val="100000"/>
              </a:lnSpc>
              <a:spcBef>
                <a:spcPts val="1199"/>
              </a:spcBef>
              <a:buNone/>
              <a:tabLst>
                <a:tab algn="l" pos="0"/>
              </a:tabLst>
            </a:pPr>
            <a:r>
              <a:rPr b="0" lang="en-US" sz="6000" spc="-1" strike="noStrike">
                <a:solidFill>
                  <a:schemeClr val="lt1"/>
                </a:solidFill>
                <a:latin typeface="Calibri"/>
              </a:rPr>
              <a:t>Click here to add affiliations</a:t>
            </a:r>
            <a:endParaRPr b="0" lang="en-US" sz="6000" spc="-1" strike="noStrike">
              <a:solidFill>
                <a:schemeClr val="dk1"/>
              </a:solidFill>
              <a:latin typeface="Calibri"/>
            </a:endParaRPr>
          </a:p>
        </p:txBody>
      </p:sp>
      <p:sp>
        <p:nvSpPr>
          <p:cNvPr id="55" name="PlaceHolder 16"/>
          <p:cNvSpPr>
            <a:spLocks noGrp="1"/>
          </p:cNvSpPr>
          <p:nvPr>
            <p:ph type="body"/>
          </p:nvPr>
        </p:nvSpPr>
        <p:spPr>
          <a:xfrm>
            <a:off x="5932440" y="2103840"/>
            <a:ext cx="31998600" cy="1279800"/>
          </a:xfrm>
          <a:prstGeom prst="rect">
            <a:avLst/>
          </a:prstGeom>
          <a:noFill/>
          <a:ln w="0">
            <a:noFill/>
          </a:ln>
        </p:spPr>
        <p:txBody>
          <a:bodyPr lIns="90000" rIns="90000" tIns="45000" bIns="45000" anchor="t" anchorCtr="1">
            <a:normAutofit fontScale="89671"/>
          </a:bodyPr>
          <a:p>
            <a:pPr indent="0" algn="ctr" defTabSz="4388760">
              <a:lnSpc>
                <a:spcPct val="100000"/>
              </a:lnSpc>
              <a:spcBef>
                <a:spcPts val="1760"/>
              </a:spcBef>
              <a:buNone/>
              <a:tabLst>
                <a:tab algn="l" pos="0"/>
              </a:tabLst>
            </a:pPr>
            <a:r>
              <a:rPr b="0" lang="en-US" sz="8800" spc="-1" strike="noStrike">
                <a:solidFill>
                  <a:schemeClr val="lt1"/>
                </a:solidFill>
                <a:latin typeface="Calibri"/>
              </a:rPr>
              <a:t>Click here to add authors</a:t>
            </a:r>
            <a:endParaRPr b="0" lang="en-US" sz="8800" spc="-1" strike="noStrike">
              <a:solidFill>
                <a:schemeClr val="dk1"/>
              </a:solidFill>
              <a:latin typeface="Calibri"/>
            </a:endParaRPr>
          </a:p>
        </p:txBody>
      </p:sp>
      <p:sp>
        <p:nvSpPr>
          <p:cNvPr id="56" name="PlaceHolder 17"/>
          <p:cNvSpPr>
            <a:spLocks noGrp="1"/>
          </p:cNvSpPr>
          <p:nvPr>
            <p:ph type="body"/>
          </p:nvPr>
        </p:nvSpPr>
        <p:spPr>
          <a:xfrm>
            <a:off x="5932440" y="465840"/>
            <a:ext cx="31998600" cy="1637640"/>
          </a:xfrm>
          <a:prstGeom prst="rect">
            <a:avLst/>
          </a:prstGeom>
          <a:noFill/>
          <a:ln w="0">
            <a:noFill/>
          </a:ln>
        </p:spPr>
        <p:txBody>
          <a:bodyPr lIns="90000" rIns="90000" tIns="45000" bIns="45000" anchor="t" anchorCtr="1">
            <a:normAutofit fontScale="89042"/>
          </a:bodyPr>
          <a:p>
            <a:pPr indent="0" algn="ctr" defTabSz="4388760">
              <a:lnSpc>
                <a:spcPct val="100000"/>
              </a:lnSpc>
              <a:spcBef>
                <a:spcPts val="2299"/>
              </a:spcBef>
              <a:buNone/>
              <a:tabLst>
                <a:tab algn="l" pos="0"/>
              </a:tabLst>
            </a:pPr>
            <a:r>
              <a:rPr b="0" lang="en-US" sz="11500" spc="-1" strike="noStrike">
                <a:solidFill>
                  <a:schemeClr val="lt1"/>
                </a:solidFill>
                <a:latin typeface="Calibri"/>
              </a:rPr>
              <a:t>Click here to add title</a:t>
            </a:r>
            <a:endParaRPr b="0" lang="en-US" sz="1150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49" r:id="rId17"/>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gradFill rotWithShape="0">
          <a:gsLst>
            <a:gs pos="0">
              <a:srgbClr val="2c3f71"/>
            </a:gs>
            <a:gs pos="34000">
              <a:srgbClr val="b4bcca"/>
            </a:gs>
            <a:gs pos="100000">
              <a:srgbClr val="e3e8f4"/>
            </a:gs>
          </a:gsLst>
          <a:lin ang="16200000"/>
        </a:gradFill>
      </p:bgPr>
    </p:bg>
    <p:spTree>
      <p:nvGrpSpPr>
        <p:cNvPr id="1" name=""/>
        <p:cNvGrpSpPr/>
        <p:nvPr/>
      </p:nvGrpSpPr>
      <p:grpSpPr>
        <a:xfrm>
          <a:off x="0" y="0"/>
          <a:ext cx="0" cy="0"/>
          <a:chOff x="0" y="0"/>
          <a:chExt cx="0" cy="0"/>
        </a:xfrm>
      </p:grpSpPr>
      <p:sp>
        <p:nvSpPr>
          <p:cNvPr id="57" name="Rectangle 36"/>
          <p:cNvSpPr/>
          <p:nvPr/>
        </p:nvSpPr>
        <p:spPr>
          <a:xfrm>
            <a:off x="0" y="0"/>
            <a:ext cx="43890840" cy="4800240"/>
          </a:xfrm>
          <a:prstGeom prst="rect">
            <a:avLst/>
          </a:prstGeom>
          <a:solidFill>
            <a:schemeClr val="accent5">
              <a:lumMod val="75000"/>
            </a:schemeClr>
          </a:solidFill>
          <a:ln w="9525">
            <a:solidFill>
              <a:srgbClr val="000000"/>
            </a:solidFill>
            <a:miter/>
          </a:ln>
        </p:spPr>
        <p:style>
          <a:lnRef idx="0"/>
          <a:fillRef idx="0"/>
          <a:effectRef idx="0"/>
          <a:fontRef idx="minor"/>
        </p:style>
        <p:txBody>
          <a:bodyPr wrap="none" anchor="ctr">
            <a:noAutofit/>
          </a:bodyPr>
          <a:p>
            <a:pPr defTabSz="4388760">
              <a:lnSpc>
                <a:spcPct val="100000"/>
              </a:lnSpc>
            </a:pPr>
            <a:endParaRPr b="0" lang="en-US" sz="8600" spc="-1" strike="noStrike">
              <a:solidFill>
                <a:schemeClr val="dk1"/>
              </a:solidFill>
              <a:latin typeface="Calibri"/>
            </a:endParaRPr>
          </a:p>
        </p:txBody>
      </p:sp>
      <p:sp>
        <p:nvSpPr>
          <p:cNvPr id="58" name="Rectangle 9"/>
          <p:cNvSpPr/>
          <p:nvPr/>
        </p:nvSpPr>
        <p:spPr>
          <a:xfrm>
            <a:off x="0" y="4805280"/>
            <a:ext cx="43890840" cy="151920"/>
          </a:xfrm>
          <a:prstGeom prst="rect">
            <a:avLst/>
          </a:prstGeom>
          <a:solidFill>
            <a:schemeClr val="accent5">
              <a:lumMod val="50000"/>
            </a:schemeClr>
          </a:solidFill>
          <a:ln w="152400">
            <a:noFill/>
          </a:ln>
        </p:spPr>
        <p:style>
          <a:lnRef idx="0"/>
          <a:fillRef idx="0"/>
          <a:effectRef idx="0"/>
          <a:fontRef idx="minor"/>
        </p:style>
        <p:txBody>
          <a:bodyPr wrap="none" anchor="ctr">
            <a:noAutofit/>
          </a:bodyPr>
          <a:p>
            <a:pPr defTabSz="4388760">
              <a:lnSpc>
                <a:spcPct val="100000"/>
              </a:lnSpc>
            </a:pPr>
            <a:endParaRPr b="0" lang="en-US" sz="8600" spc="-1" strike="noStrike">
              <a:solidFill>
                <a:schemeClr val="dk1"/>
              </a:solidFill>
              <a:latin typeface="Calibri"/>
            </a:endParaRPr>
          </a:p>
        </p:txBody>
      </p:sp>
      <p:cxnSp>
        <p:nvCxnSpPr>
          <p:cNvPr id="59" name="Straight Connector 37"/>
          <p:cNvCxnSpPr/>
          <p:nvPr/>
        </p:nvCxnSpPr>
        <p:spPr>
          <a:xfrm flipV="1">
            <a:off x="-13946400" y="11525760"/>
            <a:ext cx="13577760" cy="1440"/>
          </a:xfrm>
          <a:prstGeom prst="straightConnector1">
            <a:avLst/>
          </a:prstGeom>
          <a:ln>
            <a:solidFill>
              <a:srgbClr val="ffffff">
                <a:lumMod val="95000"/>
              </a:srgbClr>
            </a:solidFill>
            <a:round/>
          </a:ln>
        </p:spPr>
      </p:cxnSp>
      <p:sp>
        <p:nvSpPr>
          <p:cNvPr id="60" name="Rounded Rectangle 20"/>
          <p:cNvSpPr/>
          <p:nvPr/>
        </p:nvSpPr>
        <p:spPr>
          <a:xfrm>
            <a:off x="922320" y="5392080"/>
            <a:ext cx="13577040" cy="26736480"/>
          </a:xfrm>
          <a:prstGeom prst="roundRect">
            <a:avLst>
              <a:gd name="adj" fmla="val 3290"/>
            </a:avLst>
          </a:prstGeom>
          <a:gradFill rotWithShape="0">
            <a:gsLst>
              <a:gs pos="0">
                <a:srgbClr val="cdd2de"/>
              </a:gs>
              <a:gs pos="0">
                <a:srgbClr val="b4bcca"/>
              </a:gs>
              <a:gs pos="100000">
                <a:srgbClr val="f3f5fa"/>
              </a:gs>
            </a:gsLst>
            <a:lin ang="16200000"/>
          </a:gradFill>
          <a:ln>
            <a:solidFill>
              <a:srgbClr val="738ac8">
                <a:lumMod val="50000"/>
                <a:alpha val="58000"/>
              </a:srgbClr>
            </a:solidFill>
            <a:round/>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4388760">
              <a:lnSpc>
                <a:spcPct val="100000"/>
              </a:lnSpc>
            </a:pPr>
            <a:endParaRPr b="0" lang="en-US" sz="8600" spc="-1" strike="noStrike">
              <a:solidFill>
                <a:schemeClr val="lt1"/>
              </a:solidFill>
              <a:latin typeface="Calibri"/>
            </a:endParaRPr>
          </a:p>
        </p:txBody>
      </p:sp>
      <p:sp>
        <p:nvSpPr>
          <p:cNvPr id="61" name="Rounded Rectangle 21"/>
          <p:cNvSpPr/>
          <p:nvPr/>
        </p:nvSpPr>
        <p:spPr>
          <a:xfrm>
            <a:off x="15154560" y="5392080"/>
            <a:ext cx="13577040" cy="26736480"/>
          </a:xfrm>
          <a:prstGeom prst="roundRect">
            <a:avLst>
              <a:gd name="adj" fmla="val 3524"/>
            </a:avLst>
          </a:prstGeom>
          <a:gradFill rotWithShape="0">
            <a:gsLst>
              <a:gs pos="0">
                <a:srgbClr val="cdd2de"/>
              </a:gs>
              <a:gs pos="0">
                <a:srgbClr val="b4bcca"/>
              </a:gs>
              <a:gs pos="100000">
                <a:srgbClr val="f3f5fa"/>
              </a:gs>
            </a:gsLst>
            <a:lin ang="16200000"/>
          </a:gradFill>
          <a:ln>
            <a:solidFill>
              <a:srgbClr val="738ac8">
                <a:lumMod val="50000"/>
                <a:alpha val="58000"/>
              </a:srgbClr>
            </a:solidFill>
            <a:round/>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4388760">
              <a:lnSpc>
                <a:spcPct val="100000"/>
              </a:lnSpc>
            </a:pPr>
            <a:endParaRPr b="0" lang="en-US" sz="8600" spc="-1" strike="noStrike">
              <a:solidFill>
                <a:schemeClr val="lt1"/>
              </a:solidFill>
              <a:latin typeface="Calibri"/>
            </a:endParaRPr>
          </a:p>
        </p:txBody>
      </p:sp>
      <p:sp>
        <p:nvSpPr>
          <p:cNvPr id="62" name="Rounded Rectangle 22"/>
          <p:cNvSpPr/>
          <p:nvPr/>
        </p:nvSpPr>
        <p:spPr>
          <a:xfrm>
            <a:off x="29386800" y="5392080"/>
            <a:ext cx="13577040" cy="26736480"/>
          </a:xfrm>
          <a:prstGeom prst="roundRect">
            <a:avLst>
              <a:gd name="adj" fmla="val 3290"/>
            </a:avLst>
          </a:prstGeom>
          <a:gradFill rotWithShape="0">
            <a:gsLst>
              <a:gs pos="0">
                <a:srgbClr val="cdd2de"/>
              </a:gs>
              <a:gs pos="0">
                <a:srgbClr val="b4bcca"/>
              </a:gs>
              <a:gs pos="100000">
                <a:srgbClr val="f3f5fa"/>
              </a:gs>
            </a:gsLst>
            <a:lin ang="16200000"/>
          </a:gradFill>
          <a:ln>
            <a:solidFill>
              <a:srgbClr val="738ac8">
                <a:lumMod val="50000"/>
                <a:alpha val="58000"/>
              </a:srgbClr>
            </a:solidFill>
            <a:round/>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4388760">
              <a:lnSpc>
                <a:spcPct val="100000"/>
              </a:lnSpc>
            </a:pPr>
            <a:endParaRPr b="0" lang="en-US" sz="8600" spc="-1" strike="noStrike">
              <a:solidFill>
                <a:schemeClr val="lt1"/>
              </a:solidFill>
              <a:latin typeface="Calibri"/>
            </a:endParaRPr>
          </a:p>
        </p:txBody>
      </p:sp>
      <p:grpSp>
        <p:nvGrpSpPr>
          <p:cNvPr id="63" name="Group 43"/>
          <p:cNvGrpSpPr/>
          <p:nvPr/>
        </p:nvGrpSpPr>
        <p:grpSpPr>
          <a:xfrm>
            <a:off x="44157960" y="-55080"/>
            <a:ext cx="11061720" cy="32973120"/>
            <a:chOff x="44157960" y="-55080"/>
            <a:chExt cx="11061720" cy="32973120"/>
          </a:xfrm>
        </p:grpSpPr>
        <p:sp>
          <p:nvSpPr>
            <p:cNvPr id="64" name="Rectangle 44"/>
            <p:cNvSpPr/>
            <p:nvPr/>
          </p:nvSpPr>
          <p:spPr>
            <a:xfrm>
              <a:off x="44157960" y="-55080"/>
              <a:ext cx="11061720" cy="32973120"/>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p:style>
          <p:txBody>
            <a:bodyPr lIns="457200" rIns="457200" tIns="457200" bIns="0" anchor="t">
              <a:noAutofit/>
            </a:bodyPr>
            <a:p>
              <a:pPr algn="ctr" defTabSz="4388760">
                <a:lnSpc>
                  <a:spcPct val="100000"/>
                </a:lnSpc>
              </a:pPr>
              <a:r>
                <a:rPr b="1" lang="en-US" sz="4000" spc="599" strike="noStrike">
                  <a:solidFill>
                    <a:schemeClr val="lt1"/>
                  </a:solidFill>
                  <a:latin typeface="Trebuchet MS"/>
                </a:rPr>
                <a:t>QUICK START (cont.)</a:t>
              </a:r>
              <a:endParaRPr b="0" lang="en-US" sz="4000" spc="-1" strike="noStrike">
                <a:solidFill>
                  <a:srgbClr val="ffffff"/>
                </a:solidFill>
                <a:latin typeface="Arial"/>
              </a:endParaRPr>
            </a:p>
            <a:p>
              <a:pPr algn="ctr" defTabSz="4388760">
                <a:lnSpc>
                  <a:spcPct val="100000"/>
                </a:lnSpc>
              </a:pPr>
              <a:endParaRPr b="0" lang="en-US" sz="3600" spc="-1" strike="noStrike">
                <a:solidFill>
                  <a:srgbClr val="ffffff"/>
                </a:solidFill>
                <a:latin typeface="Arial"/>
              </a:endParaRPr>
            </a:p>
            <a:p>
              <a:pPr algn="ctr" defTabSz="4388760">
                <a:lnSpc>
                  <a:spcPct val="100000"/>
                </a:lnSpc>
              </a:pPr>
              <a:r>
                <a:rPr b="1" lang="en-US" sz="3200" spc="-1" strike="noStrike">
                  <a:solidFill>
                    <a:srgbClr val="ffc000"/>
                  </a:solidFill>
                  <a:latin typeface="Trebuchet MS"/>
                </a:rPr>
                <a:t>How to change the template color theme</a:t>
              </a:r>
              <a:endParaRPr b="0" lang="en-US" sz="3200" spc="-1" strike="noStrike">
                <a:solidFill>
                  <a:srgbClr val="ffffff"/>
                </a:solidFill>
                <a:latin typeface="Arial"/>
              </a:endParaRPr>
            </a:p>
            <a:p>
              <a:pPr defTabSz="114480">
                <a:lnSpc>
                  <a:spcPct val="100000"/>
                </a:lnSpc>
                <a:tabLst>
                  <a:tab algn="l" pos="0"/>
                </a:tabLst>
              </a:pPr>
              <a:r>
                <a:rPr b="0" lang="en-US" sz="2400" spc="-1" strike="noStrike">
                  <a:solidFill>
                    <a:schemeClr val="lt1">
                      <a:lumMod val="75000"/>
                    </a:schemeClr>
                  </a:solidFill>
                  <a:latin typeface="Trebuchet MS"/>
                </a:rPr>
                <a:t>You can easily change the color theme of your poster by going to the DESIGN menu, click on COLORS, and choose the color theme of your choice. You can also create your own color theme.</a:t>
              </a:r>
              <a:endParaRPr b="0" lang="en-US" sz="2400" spc="-1" strike="noStrike">
                <a:solidFill>
                  <a:srgbClr val="ffffff"/>
                </a:solidFill>
                <a:latin typeface="Arial"/>
              </a:endParaRPr>
            </a:p>
            <a:p>
              <a:pPr defTabSz="114480">
                <a:lnSpc>
                  <a:spcPct val="100000"/>
                </a:lnSpc>
                <a:tabLst>
                  <a:tab algn="l" pos="0"/>
                </a:tabLst>
              </a:pPr>
              <a:endParaRPr b="0" lang="en-US" sz="2400" spc="-1" strike="noStrike">
                <a:solidFill>
                  <a:srgbClr val="ffffff"/>
                </a:solidFill>
                <a:latin typeface="Arial"/>
              </a:endParaRPr>
            </a:p>
            <a:p>
              <a:pPr defTabSz="114480">
                <a:lnSpc>
                  <a:spcPct val="100000"/>
                </a:lnSpc>
                <a:tabLst>
                  <a:tab algn="l" pos="0"/>
                </a:tabLst>
              </a:pPr>
              <a:endParaRPr b="0" lang="en-US" sz="2400" spc="-1" strike="noStrike">
                <a:solidFill>
                  <a:srgbClr val="ffffff"/>
                </a:solidFill>
                <a:latin typeface="Arial"/>
              </a:endParaRPr>
            </a:p>
            <a:p>
              <a:pPr defTabSz="114480">
                <a:lnSpc>
                  <a:spcPct val="100000"/>
                </a:lnSpc>
                <a:tabLst>
                  <a:tab algn="l" pos="0"/>
                </a:tabLst>
              </a:pPr>
              <a:endParaRPr b="0" lang="en-US" sz="2400" spc="-1" strike="noStrike">
                <a:solidFill>
                  <a:srgbClr val="ffffff"/>
                </a:solidFill>
                <a:latin typeface="Arial"/>
              </a:endParaRPr>
            </a:p>
            <a:p>
              <a:pPr defTabSz="114480">
                <a:lnSpc>
                  <a:spcPct val="100000"/>
                </a:lnSpc>
                <a:tabLst>
                  <a:tab algn="l" pos="0"/>
                </a:tabLst>
              </a:pPr>
              <a:endParaRPr b="0" lang="en-US" sz="2400" spc="-1" strike="noStrike">
                <a:solidFill>
                  <a:srgbClr val="ffffff"/>
                </a:solidFill>
                <a:latin typeface="Arial"/>
              </a:endParaRPr>
            </a:p>
            <a:p>
              <a:pPr defTabSz="114480">
                <a:lnSpc>
                  <a:spcPct val="100000"/>
                </a:lnSpc>
                <a:tabLst>
                  <a:tab algn="l" pos="0"/>
                </a:tabLst>
              </a:pPr>
              <a:endParaRPr b="0" lang="en-US" sz="2400" spc="-1" strike="noStrike">
                <a:solidFill>
                  <a:srgbClr val="ffffff"/>
                </a:solidFill>
                <a:latin typeface="Arial"/>
              </a:endParaRPr>
            </a:p>
            <a:p>
              <a:pPr defTabSz="114480">
                <a:lnSpc>
                  <a:spcPct val="100000"/>
                </a:lnSpc>
                <a:tabLst>
                  <a:tab algn="l" pos="0"/>
                </a:tabLst>
              </a:pPr>
              <a:endParaRPr b="0" lang="en-US" sz="2400" spc="-1" strike="noStrike">
                <a:solidFill>
                  <a:srgbClr val="ffffff"/>
                </a:solidFill>
                <a:latin typeface="Arial"/>
              </a:endParaRPr>
            </a:p>
            <a:p>
              <a:pPr defTabSz="114480">
                <a:lnSpc>
                  <a:spcPct val="100000"/>
                </a:lnSpc>
                <a:tabLst>
                  <a:tab algn="l" pos="0"/>
                </a:tabLst>
              </a:pPr>
              <a:endParaRPr b="0" lang="en-US" sz="2400" spc="-1" strike="noStrike">
                <a:solidFill>
                  <a:srgbClr val="ffffff"/>
                </a:solidFill>
                <a:latin typeface="Arial"/>
              </a:endParaRPr>
            </a:p>
            <a:p>
              <a:pPr defTabSz="114480">
                <a:lnSpc>
                  <a:spcPct val="100000"/>
                </a:lnSpc>
                <a:tabLst>
                  <a:tab algn="l" pos="0"/>
                </a:tabLst>
              </a:pPr>
              <a:r>
                <a:rPr b="0" lang="en-US" sz="2400" spc="-1" strike="noStrike">
                  <a:solidFill>
                    <a:schemeClr val="lt1">
                      <a:lumMod val="75000"/>
                    </a:schemeClr>
                  </a:solidFill>
                  <a:latin typeface="Trebuchet MS"/>
                </a:rPr>
                <a:t>You can also manually change the color of your background by going to VIEW &gt; SLIDE MASTER.  After you finish working on the master be sure to go to VIEW &gt; NORMAL to continue working on your poster.</a:t>
              </a:r>
              <a:endParaRPr b="0" lang="en-US" sz="2400" spc="-1" strike="noStrike">
                <a:solidFill>
                  <a:srgbClr val="ffffff"/>
                </a:solidFill>
                <a:latin typeface="Arial"/>
              </a:endParaRPr>
            </a:p>
            <a:p>
              <a:pPr defTabSz="114480">
                <a:lnSpc>
                  <a:spcPct val="100000"/>
                </a:lnSpc>
                <a:tabLst>
                  <a:tab algn="l" pos="0"/>
                </a:tabLst>
              </a:pPr>
              <a:endParaRPr b="0" lang="en-US" sz="2400" spc="-1" strike="noStrike">
                <a:solidFill>
                  <a:srgbClr val="ffffff"/>
                </a:solidFill>
                <a:latin typeface="Arial"/>
              </a:endParaRPr>
            </a:p>
            <a:p>
              <a:pPr algn="ctr" defTabSz="4388760">
                <a:lnSpc>
                  <a:spcPct val="100000"/>
                </a:lnSpc>
                <a:tabLst>
                  <a:tab algn="l" pos="0"/>
                </a:tabLst>
              </a:pPr>
              <a:r>
                <a:rPr b="1" lang="en-US" sz="3200" spc="-1" strike="noStrike">
                  <a:solidFill>
                    <a:srgbClr val="ffc000"/>
                  </a:solidFill>
                  <a:latin typeface="Trebuchet MS"/>
                </a:rPr>
                <a:t>How to add Text</a:t>
              </a:r>
              <a:endParaRPr b="0" lang="en-US" sz="3200" spc="-1" strike="noStrike">
                <a:solidFill>
                  <a:srgbClr val="ffffff"/>
                </a:solidFill>
                <a:latin typeface="Arial"/>
              </a:endParaRPr>
            </a:p>
            <a:p>
              <a:pPr marL="3265560" defTabSz="114480">
                <a:lnSpc>
                  <a:spcPct val="100000"/>
                </a:lnSpc>
                <a:tabLst>
                  <a:tab algn="l" pos="0"/>
                </a:tabLst>
              </a:pPr>
              <a:r>
                <a:rPr b="0" lang="en-US" sz="2400" spc="-1" strike="noStrike">
                  <a:solidFill>
                    <a:schemeClr val="lt1">
                      <a:lumMod val="75000"/>
                    </a:schemeClr>
                  </a:solidFill>
                  <a:latin typeface="Trebuchet MS"/>
                </a:rPr>
                <a:t>The template comes with a number of pre-formatted placeholders for headers and text blocks. You can add more blocks by copying and pasting the existing ones or by adding a text box from the HOME menu. </a:t>
              </a:r>
              <a:endParaRPr b="0" lang="en-US" sz="2400" spc="-1" strike="noStrike">
                <a:solidFill>
                  <a:srgbClr val="ffffff"/>
                </a:solidFill>
                <a:latin typeface="Arial"/>
              </a:endParaRPr>
            </a:p>
            <a:p>
              <a:pPr marL="1518480" defTabSz="114480">
                <a:lnSpc>
                  <a:spcPct val="100000"/>
                </a:lnSpc>
                <a:tabLst>
                  <a:tab algn="l" pos="0"/>
                </a:tabLst>
              </a:pPr>
              <a:endParaRPr b="0" lang="en-US" sz="2400" spc="-1" strike="noStrike">
                <a:solidFill>
                  <a:srgbClr val="ffffff"/>
                </a:solidFill>
                <a:latin typeface="Arial"/>
              </a:endParaRPr>
            </a:p>
            <a:p>
              <a:pPr algn="ctr" defTabSz="1518480">
                <a:lnSpc>
                  <a:spcPct val="100000"/>
                </a:lnSpc>
                <a:tabLst>
                  <a:tab algn="l" pos="0"/>
                </a:tabLst>
              </a:pPr>
              <a:r>
                <a:rPr b="0" lang="en-US" sz="2400" spc="-1" strike="noStrike">
                  <a:solidFill>
                    <a:schemeClr val="lt1">
                      <a:lumMod val="75000"/>
                    </a:schemeClr>
                  </a:solidFill>
                  <a:latin typeface="Trebuchet MS"/>
                </a:rPr>
                <a:t> </a:t>
              </a:r>
              <a:r>
                <a:rPr b="1" lang="en-US" sz="3200" spc="-1" strike="noStrike">
                  <a:solidFill>
                    <a:srgbClr val="ffc000"/>
                  </a:solidFill>
                  <a:latin typeface="Trebuchet MS"/>
                </a:rPr>
                <a:t>Text size</a:t>
              </a:r>
              <a:endParaRPr b="0" lang="en-US" sz="3200" spc="-1" strike="noStrike">
                <a:solidFill>
                  <a:srgbClr val="ffffff"/>
                </a:solidFill>
                <a:latin typeface="Arial"/>
              </a:endParaRPr>
            </a:p>
            <a:p>
              <a:pPr defTabSz="114480">
                <a:lnSpc>
                  <a:spcPct val="100000"/>
                </a:lnSpc>
                <a:tabLst>
                  <a:tab algn="l" pos="0"/>
                </a:tabLst>
              </a:pPr>
              <a:r>
                <a:rPr b="0" lang="en-US" sz="2400" spc="-1" strike="noStrike">
                  <a:solidFill>
                    <a:srgbClr val="bfbfbf"/>
                  </a:solidFill>
                  <a:latin typeface="Trebuchet MS"/>
                </a:rPr>
                <a:t>Adjust the size of your text based on how much content you have to present. The default template text offers a good starting point. Follow the conference requirements.</a:t>
              </a:r>
              <a:endParaRPr b="0" lang="en-US" sz="2400" spc="-1" strike="noStrike">
                <a:solidFill>
                  <a:srgbClr val="ffffff"/>
                </a:solidFill>
                <a:latin typeface="Arial"/>
              </a:endParaRPr>
            </a:p>
            <a:p>
              <a:pPr marL="1518480" defTabSz="114480">
                <a:lnSpc>
                  <a:spcPct val="100000"/>
                </a:lnSpc>
                <a:tabLst>
                  <a:tab algn="l" pos="0"/>
                </a:tabLst>
              </a:pPr>
              <a:endParaRPr b="0" lang="en-US" sz="2400" spc="-1" strike="noStrike">
                <a:solidFill>
                  <a:srgbClr val="ffffff"/>
                </a:solidFill>
                <a:latin typeface="Arial"/>
              </a:endParaRPr>
            </a:p>
            <a:p>
              <a:pPr algn="ctr" defTabSz="4388760">
                <a:lnSpc>
                  <a:spcPct val="100000"/>
                </a:lnSpc>
                <a:tabLst>
                  <a:tab algn="l" pos="0"/>
                </a:tabLst>
              </a:pPr>
              <a:r>
                <a:rPr b="1" lang="en-US" sz="3200" spc="-1" strike="noStrike">
                  <a:solidFill>
                    <a:srgbClr val="ffc000"/>
                  </a:solidFill>
                  <a:latin typeface="Trebuchet MS"/>
                </a:rPr>
                <a:t>How to add Tables</a:t>
              </a:r>
              <a:endParaRPr b="0" lang="en-US" sz="3200" spc="-1" strike="noStrike">
                <a:solidFill>
                  <a:srgbClr val="ffffff"/>
                </a:solidFill>
                <a:latin typeface="Arial"/>
              </a:endParaRPr>
            </a:p>
            <a:p>
              <a:pPr marL="1730520" defTabSz="114480">
                <a:lnSpc>
                  <a:spcPct val="100000"/>
                </a:lnSpc>
                <a:tabLst>
                  <a:tab algn="l" pos="0"/>
                </a:tabLst>
              </a:pPr>
              <a:r>
                <a:rPr b="0" lang="en-US" sz="2400" spc="-1" strike="noStrike">
                  <a:solidFill>
                    <a:schemeClr val="lt1">
                      <a:lumMod val="75000"/>
                    </a:schemeClr>
                  </a:solidFill>
                  <a:latin typeface="Trebuchet MS"/>
                </a:rPr>
                <a:t>To add a table from scratch go to the INSERT menu and </a:t>
              </a:r>
              <a:br>
                <a:rPr sz="2400"/>
              </a:br>
              <a:r>
                <a:rPr b="0" lang="en-US" sz="2400" spc="-1" strike="noStrike">
                  <a:solidFill>
                    <a:schemeClr val="lt1">
                      <a:lumMod val="75000"/>
                    </a:schemeClr>
                  </a:solidFill>
                  <a:latin typeface="Trebuchet MS"/>
                </a:rPr>
                <a:t>click on TABLE. A drop-down box will help you select rows and columns. </a:t>
              </a:r>
              <a:endParaRPr b="0" lang="en-US" sz="2400" spc="-1" strike="noStrike">
                <a:solidFill>
                  <a:srgbClr val="ffffff"/>
                </a:solidFill>
                <a:latin typeface="Arial"/>
              </a:endParaRPr>
            </a:p>
            <a:p>
              <a:pPr defTabSz="114480">
                <a:lnSpc>
                  <a:spcPct val="100000"/>
                </a:lnSpc>
                <a:tabLst>
                  <a:tab algn="l" pos="0"/>
                </a:tabLst>
              </a:pPr>
              <a:r>
                <a:rPr b="0" lang="en-US" sz="2400" spc="-1" strike="noStrike">
                  <a:solidFill>
                    <a:schemeClr val="lt1">
                      <a:lumMod val="75000"/>
                    </a:schemeClr>
                  </a:solidFill>
                  <a:latin typeface="Trebuchet MS"/>
                </a:rPr>
                <a:t>You can also copy and a paste a table from Word or another PowerPoint document. A pasted table may need to be re-formatted by RIGHT-CLICK &gt; FORMAT SHAPE, TEXT BOX, Margins.</a:t>
              </a:r>
              <a:endParaRPr b="0" lang="en-US" sz="2400" spc="-1" strike="noStrike">
                <a:solidFill>
                  <a:srgbClr val="ffffff"/>
                </a:solidFill>
                <a:latin typeface="Arial"/>
              </a:endParaRPr>
            </a:p>
            <a:p>
              <a:pPr defTabSz="114480">
                <a:lnSpc>
                  <a:spcPct val="100000"/>
                </a:lnSpc>
                <a:tabLst>
                  <a:tab algn="l" pos="0"/>
                </a:tabLst>
              </a:pPr>
              <a:endParaRPr b="0" lang="en-US" sz="2400" spc="-1" strike="noStrike">
                <a:solidFill>
                  <a:srgbClr val="ffffff"/>
                </a:solidFill>
                <a:latin typeface="Arial"/>
              </a:endParaRPr>
            </a:p>
            <a:p>
              <a:pPr algn="ctr" defTabSz="1518480">
                <a:lnSpc>
                  <a:spcPct val="100000"/>
                </a:lnSpc>
                <a:tabLst>
                  <a:tab algn="l" pos="0"/>
                </a:tabLst>
              </a:pPr>
              <a:r>
                <a:rPr b="1" lang="en-US" sz="3200" spc="-1" strike="noStrike">
                  <a:solidFill>
                    <a:srgbClr val="ffc000"/>
                  </a:solidFill>
                  <a:latin typeface="Trebuchet MS"/>
                </a:rPr>
                <a:t>Graphs / Charts</a:t>
              </a:r>
              <a:endParaRPr b="0" lang="en-US" sz="3200" spc="-1" strike="noStrike">
                <a:solidFill>
                  <a:srgbClr val="ffffff"/>
                </a:solidFill>
                <a:latin typeface="Arial"/>
              </a:endParaRPr>
            </a:p>
            <a:p>
              <a:pPr defTabSz="114480">
                <a:lnSpc>
                  <a:spcPct val="100000"/>
                </a:lnSpc>
                <a:tabLst>
                  <a:tab algn="l" pos="0"/>
                </a:tabLst>
              </a:pPr>
              <a:r>
                <a:rPr b="0" lang="en-US" sz="2400" spc="-1" strike="noStrike">
                  <a:solidFill>
                    <a:srgbClr val="bfbfbf"/>
                  </a:solidFill>
                  <a:latin typeface="Trebuchet MS"/>
                </a:rPr>
                <a:t>You can simply copy and paste charts and graphs from Excel or Word. Some reformatting may be required depending on how the original document has been created.</a:t>
              </a:r>
              <a:endParaRPr b="0" lang="en-US" sz="2400" spc="-1" strike="noStrike">
                <a:solidFill>
                  <a:srgbClr val="ffffff"/>
                </a:solidFill>
                <a:latin typeface="Arial"/>
              </a:endParaRPr>
            </a:p>
            <a:p>
              <a:pPr defTabSz="114480">
                <a:lnSpc>
                  <a:spcPct val="100000"/>
                </a:lnSpc>
                <a:tabLst>
                  <a:tab algn="l" pos="0"/>
                </a:tabLst>
              </a:pPr>
              <a:endParaRPr b="0" lang="en-US" sz="2400" spc="-1" strike="noStrike">
                <a:solidFill>
                  <a:srgbClr val="ffffff"/>
                </a:solidFill>
                <a:latin typeface="Arial"/>
              </a:endParaRPr>
            </a:p>
            <a:p>
              <a:pPr algn="ctr" defTabSz="1518480">
                <a:lnSpc>
                  <a:spcPct val="100000"/>
                </a:lnSpc>
                <a:tabLst>
                  <a:tab algn="l" pos="0"/>
                </a:tabLst>
              </a:pPr>
              <a:r>
                <a:rPr b="1" lang="en-US" sz="3200" spc="-1" strike="noStrike">
                  <a:solidFill>
                    <a:srgbClr val="ffc000"/>
                  </a:solidFill>
                  <a:latin typeface="Trebuchet MS"/>
                </a:rPr>
                <a:t>How to change the column configuration</a:t>
              </a:r>
              <a:endParaRPr b="0" lang="en-US" sz="3200" spc="-1" strike="noStrike">
                <a:solidFill>
                  <a:srgbClr val="ffffff"/>
                </a:solidFill>
                <a:latin typeface="Arial"/>
              </a:endParaRPr>
            </a:p>
            <a:p>
              <a:pPr defTabSz="114480">
                <a:lnSpc>
                  <a:spcPct val="100000"/>
                </a:lnSpc>
                <a:tabLst>
                  <a:tab algn="l" pos="0"/>
                </a:tabLst>
              </a:pPr>
              <a:r>
                <a:rPr b="0" lang="en-US" sz="2400" spc="-1" strike="noStrike">
                  <a:solidFill>
                    <a:srgbClr val="bfbfbf"/>
                  </a:solidFill>
                  <a:latin typeface="Trebuchet MS"/>
                </a:rPr>
                <a:t>RIGHT-CLICK on the poster background and select LAYOUT to see the column options available for this template. The poster columns can also be customized on the Master. VIEW &gt; MASTER.</a:t>
              </a:r>
              <a:endParaRPr b="0" lang="en-US" sz="2400" spc="-1" strike="noStrike">
                <a:solidFill>
                  <a:srgbClr val="ffffff"/>
                </a:solidFill>
                <a:latin typeface="Arial"/>
              </a:endParaRPr>
            </a:p>
            <a:p>
              <a:pPr algn="ctr" defTabSz="1518480">
                <a:lnSpc>
                  <a:spcPct val="100000"/>
                </a:lnSpc>
                <a:tabLst>
                  <a:tab algn="l" pos="0"/>
                </a:tabLst>
              </a:pPr>
              <a:endParaRPr b="0" lang="en-US" sz="3200" spc="-1" strike="noStrike">
                <a:solidFill>
                  <a:srgbClr val="ffffff"/>
                </a:solidFill>
                <a:latin typeface="Arial"/>
              </a:endParaRPr>
            </a:p>
            <a:p>
              <a:pPr algn="ctr" defTabSz="1518480">
                <a:lnSpc>
                  <a:spcPct val="100000"/>
                </a:lnSpc>
                <a:tabLst>
                  <a:tab algn="l" pos="0"/>
                </a:tabLst>
              </a:pPr>
              <a:r>
                <a:rPr b="1" lang="en-US" sz="3200" spc="-1" strike="noStrike">
                  <a:solidFill>
                    <a:srgbClr val="ffc000"/>
                  </a:solidFill>
                  <a:latin typeface="Trebuchet MS"/>
                </a:rPr>
                <a:t>How to remove the info bars</a:t>
              </a:r>
              <a:endParaRPr b="0" lang="en-US" sz="3200" spc="-1" strike="noStrike">
                <a:solidFill>
                  <a:srgbClr val="ffffff"/>
                </a:solidFill>
                <a:latin typeface="Arial"/>
              </a:endParaRPr>
            </a:p>
            <a:p>
              <a:pPr defTabSz="114480">
                <a:lnSpc>
                  <a:spcPct val="100000"/>
                </a:lnSpc>
                <a:tabLst>
                  <a:tab algn="l" pos="0"/>
                </a:tabLst>
              </a:pPr>
              <a:r>
                <a:rPr b="0" lang="en-US" sz="2400" spc="-1" strike="noStrike">
                  <a:solidFill>
                    <a:srgbClr val="bfbfbf"/>
                  </a:solidFill>
                  <a:latin typeface="Trebuchet MS"/>
                </a:rPr>
                <a:t>If you are working in PowerPoint for Windows and have finished your poster, save as PDF and the bars will not be included. You can also delete them by going to VIEW &gt; MASTER. On the Mac adjust the Page-Setup to match the Page-Setup in PowerPoint before you create a PDF. You can also delete them from the Slide Master.</a:t>
              </a:r>
              <a:endParaRPr b="0" lang="en-US" sz="2400" spc="-1" strike="noStrike">
                <a:solidFill>
                  <a:srgbClr val="ffffff"/>
                </a:solidFill>
                <a:latin typeface="Arial"/>
              </a:endParaRPr>
            </a:p>
            <a:p>
              <a:pPr defTabSz="114480">
                <a:lnSpc>
                  <a:spcPct val="100000"/>
                </a:lnSpc>
                <a:tabLst>
                  <a:tab algn="l" pos="0"/>
                </a:tabLst>
              </a:pPr>
              <a:endParaRPr b="0" lang="en-US" sz="2400" spc="-1" strike="noStrike">
                <a:solidFill>
                  <a:srgbClr val="ffffff"/>
                </a:solidFill>
                <a:latin typeface="Arial"/>
              </a:endParaRPr>
            </a:p>
            <a:p>
              <a:pPr algn="ctr" defTabSz="1518480">
                <a:lnSpc>
                  <a:spcPct val="100000"/>
                </a:lnSpc>
                <a:tabLst>
                  <a:tab algn="l" pos="0"/>
                </a:tabLst>
              </a:pPr>
              <a:r>
                <a:rPr b="1" lang="en-US" sz="3200" spc="-1" strike="noStrike">
                  <a:solidFill>
                    <a:srgbClr val="ffc000"/>
                  </a:solidFill>
                  <a:latin typeface="Trebuchet MS"/>
                </a:rPr>
                <a:t>Save your work</a:t>
              </a:r>
              <a:endParaRPr b="0" lang="en-US" sz="3200" spc="-1" strike="noStrike">
                <a:solidFill>
                  <a:srgbClr val="ffffff"/>
                </a:solidFill>
                <a:latin typeface="Arial"/>
              </a:endParaRPr>
            </a:p>
            <a:p>
              <a:pPr defTabSz="114480">
                <a:lnSpc>
                  <a:spcPct val="100000"/>
                </a:lnSpc>
                <a:tabLst>
                  <a:tab algn="l" pos="0"/>
                </a:tabLst>
              </a:pPr>
              <a:r>
                <a:rPr b="0" lang="en-US" sz="2400" spc="-1" strike="noStrike">
                  <a:solidFill>
                    <a:srgbClr val="bfbfbf"/>
                  </a:solidFill>
                  <a:latin typeface="Trebuchet MS"/>
                </a:rPr>
                <a:t>Save your template as a PowerPoint document. For printing, save as PowerPoint or “Print-quality” PDF.</a:t>
              </a:r>
              <a:endParaRPr b="0" lang="en-US" sz="2400" spc="-1" strike="noStrike">
                <a:solidFill>
                  <a:srgbClr val="ffffff"/>
                </a:solidFill>
                <a:latin typeface="Arial"/>
              </a:endParaRPr>
            </a:p>
            <a:p>
              <a:pPr defTabSz="114480">
                <a:lnSpc>
                  <a:spcPct val="100000"/>
                </a:lnSpc>
                <a:tabLst>
                  <a:tab algn="l" pos="0"/>
                </a:tabLst>
              </a:pPr>
              <a:endParaRPr b="0" lang="en-US" sz="2400" spc="-1" strike="noStrike">
                <a:solidFill>
                  <a:srgbClr val="ffffff"/>
                </a:solidFill>
                <a:latin typeface="Arial"/>
              </a:endParaRPr>
            </a:p>
            <a:p>
              <a:pPr algn="ctr" defTabSz="1518480">
                <a:lnSpc>
                  <a:spcPct val="100000"/>
                </a:lnSpc>
                <a:tabLst>
                  <a:tab algn="l" pos="0"/>
                </a:tabLst>
              </a:pPr>
              <a:r>
                <a:rPr b="1" lang="en-US" sz="3200" spc="-1" strike="noStrike">
                  <a:solidFill>
                    <a:srgbClr val="ffc000"/>
                  </a:solidFill>
                  <a:latin typeface="Trebuchet MS"/>
                </a:rPr>
                <a:t>Print your poster</a:t>
              </a:r>
              <a:endParaRPr b="0" lang="en-US" sz="3200" spc="-1" strike="noStrike">
                <a:solidFill>
                  <a:srgbClr val="ffffff"/>
                </a:solidFill>
                <a:latin typeface="Arial"/>
              </a:endParaRPr>
            </a:p>
            <a:p>
              <a:pPr defTabSz="114480">
                <a:lnSpc>
                  <a:spcPct val="100000"/>
                </a:lnSpc>
                <a:tabLst>
                  <a:tab algn="l" pos="0"/>
                </a:tabLst>
              </a:pPr>
              <a:r>
                <a:rPr b="0" lang="en-US" sz="2400" spc="-1" strike="noStrike">
                  <a:solidFill>
                    <a:srgbClr val="bfbfbf"/>
                  </a:solidFill>
                  <a:latin typeface="Trebuchet MS"/>
                </a:rPr>
                <a:t>When you are ready to have your poster printed go online to PosterPresentations.com and click on the “Order Your Poster” button. Choose the poster type the best suits your needs and submit your order. If you submit a PowerPoint document you will be receiving a PDF proof for your approval prior to printing. If your order is placed and paid for before noon, Pacific, Monday through Friday, your order will ship out that same day. Next day, Second day, Third day, and Free Ground services are offered. Go to PosterPresentations.com for more information.</a:t>
              </a:r>
              <a:endParaRPr b="0" lang="en-US" sz="2400" spc="-1" strike="noStrike">
                <a:solidFill>
                  <a:srgbClr val="ffffff"/>
                </a:solidFill>
                <a:latin typeface="Arial"/>
              </a:endParaRPr>
            </a:p>
            <a:p>
              <a:pPr defTabSz="114480">
                <a:lnSpc>
                  <a:spcPct val="100000"/>
                </a:lnSpc>
                <a:tabLst>
                  <a:tab algn="l" pos="0"/>
                </a:tabLst>
              </a:pPr>
              <a:endParaRPr b="0" lang="en-US" sz="2800" spc="-1" strike="noStrike">
                <a:solidFill>
                  <a:srgbClr val="ffffff"/>
                </a:solidFill>
                <a:latin typeface="Arial"/>
              </a:endParaRPr>
            </a:p>
          </p:txBody>
        </p:sp>
        <p:graphicFrame>
          <p:nvGraphicFramePr>
            <p:cNvPr id="65" name=""/>
            <p:cNvGraphicFramePr/>
            <p:nvPr/>
          </p:nvGraphicFramePr>
          <p:xfrm>
            <a:off x="46915560" y="3349440"/>
            <a:ext cx="5585760" cy="2063520"/>
          </p:xfrm>
          <a:graphic>
            <a:graphicData uri="http://schemas.openxmlformats.org/presentationml/2006/ole">
              <p:oleObj progId="Photoshop.Image.13" r:id="rId2" spid="">
                <p:embed/>
                <p:pic>
                  <p:nvPicPr>
                    <p:cNvPr id="66" name="" descr=""/>
                    <p:cNvPicPr/>
                    <p:nvPr/>
                  </p:nvPicPr>
                  <p:blipFill>
                    <a:blip r:embed="rId3"/>
                    <a:stretch/>
                  </p:blipFill>
                  <p:spPr>
                    <a:xfrm>
                      <a:off x="46915560" y="3349440"/>
                      <a:ext cx="5585760" cy="2063520"/>
                    </a:xfrm>
                    <a:prstGeom prst="rect">
                      <a:avLst/>
                    </a:prstGeom>
                    <a:ln w="0">
                      <a:noFill/>
                    </a:ln>
                  </p:spPr>
                </p:pic>
              </p:oleObj>
            </a:graphicData>
          </a:graphic>
        </p:graphicFrame>
        <p:pic>
          <p:nvPicPr>
            <p:cNvPr id="67" name="Picture 46" descr=""/>
            <p:cNvPicPr/>
            <p:nvPr/>
          </p:nvPicPr>
          <p:blipFill>
            <a:blip r:embed="rId4"/>
            <a:stretch/>
          </p:blipFill>
          <p:spPr>
            <a:xfrm>
              <a:off x="44621640" y="7740000"/>
              <a:ext cx="2969280" cy="1370160"/>
            </a:xfrm>
            <a:prstGeom prst="rect">
              <a:avLst/>
            </a:prstGeom>
            <a:ln w="0">
              <a:noFill/>
            </a:ln>
          </p:spPr>
        </p:pic>
        <p:graphicFrame>
          <p:nvGraphicFramePr>
            <p:cNvPr id="68" name=""/>
            <p:cNvGraphicFramePr/>
            <p:nvPr/>
          </p:nvGraphicFramePr>
          <p:xfrm>
            <a:off x="44629560" y="12347280"/>
            <a:ext cx="1481760" cy="991800"/>
          </p:xfrm>
          <a:graphic>
            <a:graphicData uri="http://schemas.openxmlformats.org/presentationml/2006/ole">
              <p:oleObj progId="Photoshop.Image.13" r:id="rId5" spid="">
                <p:embed/>
                <p:pic>
                  <p:nvPicPr>
                    <p:cNvPr id="69" name="" descr=""/>
                    <p:cNvPicPr/>
                    <p:nvPr/>
                  </p:nvPicPr>
                  <p:blipFill>
                    <a:blip r:embed="rId6"/>
                    <a:stretch/>
                  </p:blipFill>
                  <p:spPr>
                    <a:xfrm>
                      <a:off x="44629560" y="12347280"/>
                      <a:ext cx="1481760" cy="991800"/>
                    </a:xfrm>
                    <a:prstGeom prst="rect">
                      <a:avLst/>
                    </a:prstGeom>
                    <a:ln w="0">
                      <a:noFill/>
                    </a:ln>
                  </p:spPr>
                </p:pic>
              </p:oleObj>
            </a:graphicData>
          </a:graphic>
        </p:graphicFrame>
        <p:grpSp>
          <p:nvGrpSpPr>
            <p:cNvPr id="70" name="Group 48"/>
            <p:cNvGrpSpPr/>
            <p:nvPr/>
          </p:nvGrpSpPr>
          <p:grpSpPr>
            <a:xfrm>
              <a:off x="44487360" y="29414520"/>
              <a:ext cx="10353960" cy="1265400"/>
              <a:chOff x="44487360" y="29414520"/>
              <a:chExt cx="10353960" cy="1265400"/>
            </a:xfrm>
          </p:grpSpPr>
          <p:sp>
            <p:nvSpPr>
              <p:cNvPr id="71" name="Rounded Rectangle 50"/>
              <p:cNvSpPr/>
              <p:nvPr/>
            </p:nvSpPr>
            <p:spPr>
              <a:xfrm>
                <a:off x="44487360" y="29414520"/>
                <a:ext cx="10353960" cy="1265400"/>
              </a:xfrm>
              <a:prstGeom prst="roundRect">
                <a:avLst>
                  <a:gd name="adj" fmla="val 16667"/>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4388760">
                  <a:lnSpc>
                    <a:spcPct val="100000"/>
                  </a:lnSpc>
                </a:pPr>
                <a:endParaRPr b="0" lang="en-US" sz="8600" spc="-1" strike="noStrike">
                  <a:solidFill>
                    <a:schemeClr val="lt1"/>
                  </a:solidFill>
                  <a:latin typeface="Calibri"/>
                </a:endParaRPr>
              </a:p>
            </p:txBody>
          </p:sp>
          <p:pic>
            <p:nvPicPr>
              <p:cNvPr id="72" name="Picture 7" descr="http://t2.gstatic.com/images?q=tbn:ANd9GcR4APHC6TT9w54M2zn_pvCiBxUNcspYPoVxirLRphBoJabfSvu7zw"/>
              <p:cNvPicPr/>
              <p:nvPr/>
            </p:nvPicPr>
            <p:blipFill>
              <a:blip r:embed="rId7"/>
              <a:stretch/>
            </p:blipFill>
            <p:spPr>
              <a:xfrm>
                <a:off x="44620560" y="29528640"/>
                <a:ext cx="968760" cy="1060920"/>
              </a:xfrm>
              <a:prstGeom prst="rect">
                <a:avLst/>
              </a:prstGeom>
              <a:ln w="0">
                <a:noFill/>
              </a:ln>
            </p:spPr>
          </p:pic>
          <p:sp>
            <p:nvSpPr>
              <p:cNvPr id="73" name="TextBox 52"/>
              <p:cNvSpPr/>
              <p:nvPr/>
            </p:nvSpPr>
            <p:spPr>
              <a:xfrm>
                <a:off x="45653040" y="29634840"/>
                <a:ext cx="9187920" cy="821160"/>
              </a:xfrm>
              <a:prstGeom prst="rect">
                <a:avLst/>
              </a:prstGeom>
              <a:noFill/>
              <a:ln w="0">
                <a:noFill/>
              </a:ln>
            </p:spPr>
            <p:style>
              <a:lnRef idx="0"/>
              <a:fillRef idx="0"/>
              <a:effectRef idx="0"/>
              <a:fontRef idx="minor"/>
            </p:style>
            <p:txBody>
              <a:bodyPr lIns="90000" rIns="90000" tIns="45000" bIns="45000" anchor="t">
                <a:spAutoFit/>
              </a:bodyPr>
              <a:p>
                <a:pPr defTabSz="4388760">
                  <a:lnSpc>
                    <a:spcPct val="100000"/>
                  </a:lnSpc>
                </a:pPr>
                <a:r>
                  <a:rPr b="0" lang="en-US" sz="2400" spc="-1" strike="noStrike">
                    <a:solidFill>
                      <a:schemeClr val="dk2"/>
                    </a:solidFill>
                    <a:latin typeface="Trebuchet MS"/>
                  </a:rPr>
                  <a:t>Student discounts are available on our Facebook page.</a:t>
                </a:r>
                <a:br>
                  <a:rPr sz="2400"/>
                </a:br>
                <a:r>
                  <a:rPr b="0" lang="en-US" sz="2400" spc="-1" strike="noStrike">
                    <a:solidFill>
                      <a:schemeClr val="dk2"/>
                    </a:solidFill>
                    <a:latin typeface="Trebuchet MS"/>
                  </a:rPr>
                  <a:t>Go to </a:t>
                </a:r>
                <a:r>
                  <a:rPr b="0" lang="en-US" sz="2400" spc="-1" strike="noStrike" u="sng">
                    <a:solidFill>
                      <a:schemeClr val="dk2"/>
                    </a:solidFill>
                    <a:uFillTx/>
                    <a:latin typeface="Trebuchet MS"/>
                  </a:rPr>
                  <a:t>PosterPresentations.com</a:t>
                </a:r>
                <a:r>
                  <a:rPr b="0" lang="en-US" sz="2400" spc="-1" strike="noStrike">
                    <a:solidFill>
                      <a:schemeClr val="dk2"/>
                    </a:solidFill>
                    <a:latin typeface="Trebuchet MS"/>
                  </a:rPr>
                  <a:t> and click on the FB icon. </a:t>
                </a:r>
                <a:endParaRPr b="0" lang="en-US" sz="2400" spc="-1" strike="noStrike">
                  <a:solidFill>
                    <a:srgbClr val="ffffff"/>
                  </a:solidFill>
                  <a:latin typeface="Arial"/>
                </a:endParaRPr>
              </a:p>
            </p:txBody>
          </p:sp>
        </p:grpSp>
        <p:sp>
          <p:nvSpPr>
            <p:cNvPr id="74" name="TextBox 49"/>
            <p:cNvSpPr/>
            <p:nvPr/>
          </p:nvSpPr>
          <p:spPr>
            <a:xfrm>
              <a:off x="44262720" y="31169880"/>
              <a:ext cx="6869880" cy="1385640"/>
            </a:xfrm>
            <a:prstGeom prst="rect">
              <a:avLst/>
            </a:prstGeom>
            <a:noFill/>
            <a:ln w="0">
              <a:noFill/>
            </a:ln>
          </p:spPr>
          <p:style>
            <a:lnRef idx="0"/>
            <a:fillRef idx="0"/>
            <a:effectRef idx="0"/>
            <a:fontRef idx="minor"/>
          </p:style>
          <p:txBody>
            <a:bodyPr lIns="65160" rIns="65160" tIns="32760" bIns="32760" anchor="t">
              <a:spAutoFit/>
            </a:bodyPr>
            <a:p>
              <a:pPr defTabSz="4388760">
                <a:lnSpc>
                  <a:spcPts val="2599"/>
                </a:lnSpc>
              </a:pPr>
              <a:r>
                <a:rPr b="0" lang="en-US" sz="2800" spc="-1" strike="noStrike">
                  <a:solidFill>
                    <a:schemeClr val="lt1"/>
                  </a:solidFill>
                  <a:latin typeface="Calibri"/>
                </a:rPr>
                <a:t>© 2015 PosterPresentations.com</a:t>
              </a:r>
              <a:br>
                <a:rPr sz="2800"/>
              </a:br>
              <a:r>
                <a:rPr b="0" lang="en-US" sz="2800" spc="-1" strike="noStrike">
                  <a:solidFill>
                    <a:schemeClr val="lt1"/>
                  </a:solidFill>
                  <a:latin typeface="Calibri"/>
                </a:rPr>
                <a:t>    </a:t>
              </a:r>
              <a:r>
                <a:rPr b="0" lang="en-US" sz="2400" spc="-1" strike="noStrike">
                  <a:solidFill>
                    <a:schemeClr val="lt1"/>
                  </a:solidFill>
                  <a:latin typeface="Calibri"/>
                </a:rPr>
                <a:t>2117 Fourth Street , Unit C        </a:t>
              </a:r>
              <a:endParaRPr b="0" lang="en-US" sz="2400" spc="-1" strike="noStrike">
                <a:solidFill>
                  <a:srgbClr val="ffffff"/>
                </a:solidFill>
                <a:latin typeface="Arial"/>
              </a:endParaRPr>
            </a:p>
            <a:p>
              <a:pPr defTabSz="4388760">
                <a:lnSpc>
                  <a:spcPts val="2599"/>
                </a:lnSpc>
              </a:pPr>
              <a:r>
                <a:rPr b="0" lang="en-US" sz="2400" spc="-1" strike="noStrike">
                  <a:solidFill>
                    <a:schemeClr val="lt1"/>
                  </a:solidFill>
                  <a:latin typeface="Calibri"/>
                </a:rPr>
                <a:t>     </a:t>
              </a:r>
              <a:r>
                <a:rPr b="0" lang="en-US" sz="2400" spc="-1" strike="noStrike">
                  <a:solidFill>
                    <a:schemeClr val="lt1"/>
                  </a:solidFill>
                  <a:latin typeface="Calibri"/>
                </a:rPr>
                <a:t>Berkeley CA </a:t>
              </a:r>
              <a:r>
                <a:rPr b="0" lang="en-US" sz="2000" spc="-1" strike="noStrike">
                  <a:solidFill>
                    <a:schemeClr val="lt1"/>
                  </a:solidFill>
                  <a:latin typeface="Calibri"/>
                </a:rPr>
                <a:t>94710</a:t>
              </a:r>
              <a:br>
                <a:rPr sz="2400"/>
              </a:br>
              <a:r>
                <a:rPr b="0" lang="en-US" sz="2400" spc="-1" strike="noStrike">
                  <a:solidFill>
                    <a:schemeClr val="lt1"/>
                  </a:solidFill>
                  <a:latin typeface="Calibri"/>
                </a:rPr>
                <a:t>    </a:t>
              </a:r>
              <a:r>
                <a:rPr b="1" lang="en-US" sz="2400" spc="-1" strike="noStrike">
                  <a:solidFill>
                    <a:srgbClr val="ffff00"/>
                  </a:solidFill>
                  <a:latin typeface="Calibri"/>
                </a:rPr>
                <a:t>posterpresenter@gmail.com</a:t>
              </a:r>
              <a:endParaRPr b="0" lang="en-US" sz="2400" spc="-1" strike="noStrike">
                <a:solidFill>
                  <a:srgbClr val="ffffff"/>
                </a:solidFill>
                <a:latin typeface="Arial"/>
              </a:endParaRPr>
            </a:p>
          </p:txBody>
        </p:sp>
      </p:grpSp>
      <p:grpSp>
        <p:nvGrpSpPr>
          <p:cNvPr id="75" name="Group 53"/>
          <p:cNvGrpSpPr/>
          <p:nvPr/>
        </p:nvGrpSpPr>
        <p:grpSpPr>
          <a:xfrm>
            <a:off x="-11225160" y="0"/>
            <a:ext cx="11018520" cy="32918040"/>
            <a:chOff x="-11225160" y="0"/>
            <a:chExt cx="11018520" cy="32918040"/>
          </a:xfrm>
        </p:grpSpPr>
        <p:sp>
          <p:nvSpPr>
            <p:cNvPr id="76" name="Rectangle 54"/>
            <p:cNvSpPr/>
            <p:nvPr/>
          </p:nvSpPr>
          <p:spPr>
            <a:xfrm>
              <a:off x="-11216160" y="0"/>
              <a:ext cx="11009520" cy="32918040"/>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p:style>
          <p:txBody>
            <a:bodyPr lIns="457200" rIns="457200" tIns="457200" bIns="0" anchor="t">
              <a:noAutofit/>
            </a:bodyPr>
            <a:p>
              <a:pPr algn="ctr" defTabSz="1518480">
                <a:lnSpc>
                  <a:spcPct val="100000"/>
                </a:lnSpc>
                <a:tabLst>
                  <a:tab algn="l" pos="0"/>
                </a:tabLst>
              </a:pPr>
              <a:r>
                <a:rPr b="1" lang="en-US" sz="3200" spc="-1" strike="noStrike">
                  <a:solidFill>
                    <a:srgbClr val="ff0000"/>
                  </a:solidFill>
                  <a:latin typeface="Trebuchet MS"/>
                </a:rPr>
                <a:t>(—THIS SIDEBAR DOES NOT PRINT—)</a:t>
              </a:r>
              <a:endParaRPr b="0" lang="en-US" sz="3200" spc="-1" strike="noStrike">
                <a:solidFill>
                  <a:srgbClr val="ffffff"/>
                </a:solidFill>
                <a:latin typeface="Arial"/>
              </a:endParaRPr>
            </a:p>
            <a:p>
              <a:pPr algn="ctr" defTabSz="4388760">
                <a:lnSpc>
                  <a:spcPct val="100000"/>
                </a:lnSpc>
                <a:tabLst>
                  <a:tab algn="l" pos="0"/>
                </a:tabLst>
              </a:pPr>
              <a:r>
                <a:rPr b="1" lang="en-US" sz="4000" spc="599" strike="noStrike">
                  <a:solidFill>
                    <a:schemeClr val="lt1"/>
                  </a:solidFill>
                  <a:latin typeface="Trebuchet MS"/>
                </a:rPr>
                <a:t>DESIGN GUIDE</a:t>
              </a:r>
              <a:endParaRPr b="0" lang="en-US" sz="4000" spc="-1" strike="noStrike">
                <a:solidFill>
                  <a:srgbClr val="ffffff"/>
                </a:solidFill>
                <a:latin typeface="Arial"/>
              </a:endParaRPr>
            </a:p>
            <a:p>
              <a:pPr algn="ctr" defTabSz="4388760">
                <a:lnSpc>
                  <a:spcPct val="100000"/>
                </a:lnSpc>
                <a:tabLst>
                  <a:tab algn="l" pos="0"/>
                </a:tabLst>
              </a:pPr>
              <a:endParaRPr b="0" lang="en-US" sz="2800" spc="-1" strike="noStrike">
                <a:solidFill>
                  <a:srgbClr val="ffffff"/>
                </a:solidFill>
                <a:latin typeface="Arial"/>
              </a:endParaRPr>
            </a:p>
            <a:p>
              <a:pPr defTabSz="3765600">
                <a:lnSpc>
                  <a:spcPct val="100000"/>
                </a:lnSpc>
                <a:tabLst>
                  <a:tab algn="l" pos="0"/>
                </a:tabLst>
              </a:pPr>
              <a:r>
                <a:rPr b="0" lang="en-US" sz="2800" spc="-1" strike="noStrike">
                  <a:solidFill>
                    <a:schemeClr val="lt1"/>
                  </a:solidFill>
                  <a:latin typeface="Trebuchet MS"/>
                </a:rPr>
                <a:t>This PowerPoint 2007 template produces a 36”x48” presentation poster. You can use it to create your research poster and save valuable time placing titles, subtitles, text, and graphics. </a:t>
              </a:r>
              <a:endParaRPr b="0" lang="en-US" sz="2800" spc="-1" strike="noStrike">
                <a:solidFill>
                  <a:srgbClr val="ffffff"/>
                </a:solidFill>
                <a:latin typeface="Arial"/>
              </a:endParaRPr>
            </a:p>
            <a:p>
              <a:pPr defTabSz="3765600">
                <a:lnSpc>
                  <a:spcPct val="100000"/>
                </a:lnSpc>
                <a:tabLst>
                  <a:tab algn="l" pos="0"/>
                </a:tabLst>
              </a:pPr>
              <a:endParaRPr b="0" lang="en-US" sz="2800" spc="-1" strike="noStrike">
                <a:solidFill>
                  <a:srgbClr val="ffffff"/>
                </a:solidFill>
                <a:latin typeface="Arial"/>
              </a:endParaRPr>
            </a:p>
            <a:p>
              <a:pPr defTabSz="4389120">
                <a:lnSpc>
                  <a:spcPct val="100000"/>
                </a:lnSpc>
                <a:tabLst>
                  <a:tab algn="l" pos="0"/>
                </a:tabLst>
              </a:pPr>
              <a:r>
                <a:rPr b="0" lang="en-US" sz="2800" spc="-1" strike="noStrike">
                  <a:solidFill>
                    <a:schemeClr val="lt1"/>
                  </a:solidFill>
                  <a:latin typeface="Trebuchet MS"/>
                </a:rPr>
                <a:t>We provide a series of online tutorials that will guide you through the poster design process and answer your poster production questions. To view our template tutorials, go online to </a:t>
              </a:r>
              <a:r>
                <a:rPr b="1" lang="en-US" sz="2800" spc="-1" strike="noStrike">
                  <a:solidFill>
                    <a:srgbClr val="ffc000"/>
                  </a:solidFill>
                  <a:latin typeface="Trebuchet MS"/>
                </a:rPr>
                <a:t>PosterPresentations.com</a:t>
              </a:r>
              <a:r>
                <a:rPr b="1" lang="en-US" sz="2800" spc="-1" strike="noStrike">
                  <a:solidFill>
                    <a:schemeClr val="lt1"/>
                  </a:solidFill>
                  <a:latin typeface="Trebuchet MS"/>
                </a:rPr>
                <a:t> </a:t>
              </a:r>
              <a:r>
                <a:rPr b="0" lang="en-US" sz="2800" spc="-1" strike="noStrike">
                  <a:solidFill>
                    <a:schemeClr val="lt1"/>
                  </a:solidFill>
                  <a:latin typeface="Trebuchet MS"/>
                </a:rPr>
                <a:t>and click on HELP DESK.</a:t>
              </a:r>
              <a:endParaRPr b="0" lang="en-US" sz="2800" spc="-1" strike="noStrike">
                <a:solidFill>
                  <a:srgbClr val="ffffff"/>
                </a:solidFill>
                <a:latin typeface="Arial"/>
              </a:endParaRPr>
            </a:p>
            <a:p>
              <a:pPr defTabSz="4389120">
                <a:lnSpc>
                  <a:spcPct val="100000"/>
                </a:lnSpc>
                <a:tabLst>
                  <a:tab algn="l" pos="0"/>
                </a:tabLst>
              </a:pPr>
              <a:endParaRPr b="0" lang="en-US" sz="2800" spc="-1" strike="noStrike">
                <a:solidFill>
                  <a:srgbClr val="ffffff"/>
                </a:solidFill>
                <a:latin typeface="Arial"/>
              </a:endParaRPr>
            </a:p>
            <a:p>
              <a:pPr defTabSz="4389120">
                <a:lnSpc>
                  <a:spcPct val="100000"/>
                </a:lnSpc>
                <a:tabLst>
                  <a:tab algn="l" pos="0"/>
                </a:tabLst>
              </a:pPr>
              <a:r>
                <a:rPr b="0" lang="en-US" sz="2800" spc="-1" strike="noStrike">
                  <a:solidFill>
                    <a:schemeClr val="lt1"/>
                  </a:solidFill>
                  <a:latin typeface="Trebuchet MS"/>
                </a:rPr>
                <a:t>When you are ready to print your poster, go online to PosterPresentations.com</a:t>
              </a:r>
              <a:br>
                <a:rPr sz="2800"/>
              </a:br>
              <a:endParaRPr b="0" lang="en-US" sz="2800" spc="-1" strike="noStrike">
                <a:solidFill>
                  <a:srgbClr val="ffffff"/>
                </a:solidFill>
                <a:latin typeface="Arial"/>
              </a:endParaRPr>
            </a:p>
            <a:p>
              <a:pPr defTabSz="3765600">
                <a:lnSpc>
                  <a:spcPct val="100000"/>
                </a:lnSpc>
                <a:tabLst>
                  <a:tab algn="l" pos="0"/>
                </a:tabLst>
              </a:pPr>
              <a:r>
                <a:rPr b="0" lang="en-US" sz="2800" spc="-1" strike="noStrike">
                  <a:solidFill>
                    <a:schemeClr val="lt1"/>
                  </a:solidFill>
                  <a:latin typeface="Trebuchet MS"/>
                </a:rPr>
                <a:t>Need assistance? Call us at </a:t>
              </a:r>
              <a:r>
                <a:rPr b="0" lang="en-US" sz="2800" spc="-1" strike="noStrike">
                  <a:solidFill>
                    <a:srgbClr val="ffc000"/>
                  </a:solidFill>
                  <a:latin typeface="Trebuchet MS"/>
                </a:rPr>
                <a:t>1.510.649.3001</a:t>
              </a:r>
              <a:endParaRPr b="0" lang="en-US" sz="2800" spc="-1" strike="noStrike">
                <a:solidFill>
                  <a:srgbClr val="ffffff"/>
                </a:solidFill>
                <a:latin typeface="Arial"/>
              </a:endParaRPr>
            </a:p>
            <a:p>
              <a:pPr defTabSz="3765600">
                <a:lnSpc>
                  <a:spcPct val="100000"/>
                </a:lnSpc>
                <a:tabLst>
                  <a:tab algn="l" pos="0"/>
                </a:tabLst>
              </a:pPr>
              <a:endParaRPr b="0" lang="en-US" sz="3600" spc="-1" strike="noStrike">
                <a:solidFill>
                  <a:srgbClr val="ffffff"/>
                </a:solidFill>
                <a:latin typeface="Arial"/>
              </a:endParaRPr>
            </a:p>
            <a:p>
              <a:pPr algn="ctr" defTabSz="4388760">
                <a:lnSpc>
                  <a:spcPct val="100000"/>
                </a:lnSpc>
                <a:tabLst>
                  <a:tab algn="l" pos="0"/>
                </a:tabLst>
              </a:pPr>
              <a:endParaRPr b="0" lang="en-US" sz="2400" spc="-1" strike="noStrike">
                <a:solidFill>
                  <a:srgbClr val="ffffff"/>
                </a:solidFill>
                <a:latin typeface="Arial"/>
              </a:endParaRPr>
            </a:p>
            <a:p>
              <a:pPr algn="ctr" defTabSz="4388760">
                <a:lnSpc>
                  <a:spcPct val="100000"/>
                </a:lnSpc>
                <a:tabLst>
                  <a:tab algn="l" pos="0"/>
                </a:tabLst>
              </a:pPr>
              <a:r>
                <a:rPr b="1" lang="en-US" sz="4000" spc="599" strike="noStrike">
                  <a:solidFill>
                    <a:schemeClr val="lt1"/>
                  </a:solidFill>
                  <a:latin typeface="Trebuchet MS"/>
                </a:rPr>
                <a:t>QUICK START</a:t>
              </a:r>
              <a:endParaRPr b="0" lang="en-US" sz="4000" spc="-1" strike="noStrike">
                <a:solidFill>
                  <a:srgbClr val="ffffff"/>
                </a:solidFill>
                <a:latin typeface="Arial"/>
              </a:endParaRPr>
            </a:p>
            <a:p>
              <a:pPr algn="ctr" defTabSz="4388760">
                <a:lnSpc>
                  <a:spcPct val="100000"/>
                </a:lnSpc>
                <a:tabLst>
                  <a:tab algn="l" pos="0"/>
                </a:tabLst>
              </a:pPr>
              <a:endParaRPr b="0" lang="en-US" sz="3200" spc="-1" strike="noStrike">
                <a:solidFill>
                  <a:srgbClr val="ffffff"/>
                </a:solidFill>
                <a:latin typeface="Arial"/>
              </a:endParaRPr>
            </a:p>
            <a:p>
              <a:pPr algn="ctr" defTabSz="4388760">
                <a:lnSpc>
                  <a:spcPct val="100000"/>
                </a:lnSpc>
                <a:tabLst>
                  <a:tab algn="l" pos="0"/>
                </a:tabLst>
              </a:pPr>
              <a:r>
                <a:rPr b="1" lang="en-US" sz="3200" spc="-1" strike="noStrike">
                  <a:solidFill>
                    <a:srgbClr val="ffc000"/>
                  </a:solidFill>
                  <a:latin typeface="Trebuchet MS"/>
                </a:rPr>
                <a:t>Zoom in and out</a:t>
              </a:r>
              <a:endParaRPr b="0" lang="en-US" sz="3200" spc="-1" strike="noStrike">
                <a:solidFill>
                  <a:srgbClr val="ffffff"/>
                </a:solidFill>
                <a:latin typeface="Arial"/>
              </a:endParaRPr>
            </a:p>
            <a:p>
              <a:pPr marL="1892160" indent="-1892160" defTabSz="851040">
                <a:lnSpc>
                  <a:spcPct val="100000"/>
                </a:lnSpc>
                <a:tabLst>
                  <a:tab algn="l" pos="0"/>
                </a:tabLst>
              </a:pPr>
              <a:r>
                <a:rPr b="0" lang="en-US" sz="2400" spc="-1" strike="noStrike">
                  <a:solidFill>
                    <a:schemeClr val="lt1"/>
                  </a:solidFill>
                  <a:latin typeface="Trebuchet MS"/>
                </a:rPr>
                <a:t>	</a:t>
              </a:r>
              <a:r>
                <a:rPr b="0" lang="en-US" sz="2400" spc="-1" strike="noStrike">
                  <a:solidFill>
                    <a:schemeClr val="lt1">
                      <a:lumMod val="75000"/>
                    </a:schemeClr>
                  </a:solidFill>
                  <a:latin typeface="Trebuchet MS"/>
                </a:rPr>
                <a:t>As you work on your poster zoom in and out to the level that is more comfortable to you. </a:t>
              </a:r>
              <a:endParaRPr b="0" lang="en-US" sz="2400" spc="-1" strike="noStrike">
                <a:solidFill>
                  <a:srgbClr val="ffffff"/>
                </a:solidFill>
                <a:latin typeface="Arial"/>
              </a:endParaRPr>
            </a:p>
            <a:p>
              <a:pPr marL="1892160" indent="-1892160" defTabSz="851040">
                <a:lnSpc>
                  <a:spcPct val="100000"/>
                </a:lnSpc>
                <a:tabLst>
                  <a:tab algn="l" pos="0"/>
                </a:tabLst>
              </a:pPr>
              <a:r>
                <a:rPr b="1" lang="en-US" sz="2400" spc="-1" strike="noStrike">
                  <a:solidFill>
                    <a:schemeClr val="lt1">
                      <a:lumMod val="75000"/>
                    </a:schemeClr>
                  </a:solidFill>
                  <a:latin typeface="Trebuchet MS"/>
                </a:rPr>
                <a:t>	</a:t>
              </a:r>
              <a:r>
                <a:rPr b="0" lang="en-US" sz="2400" spc="-1" strike="noStrike">
                  <a:solidFill>
                    <a:schemeClr val="lt1">
                      <a:lumMod val="75000"/>
                    </a:schemeClr>
                  </a:solidFill>
                  <a:latin typeface="Trebuchet MS"/>
                </a:rPr>
                <a:t>Go to VIEW &gt; ZOOM.</a:t>
              </a:r>
              <a:endParaRPr b="0" lang="en-US" sz="2400" spc="-1" strike="noStrike">
                <a:solidFill>
                  <a:srgbClr val="ffffff"/>
                </a:solidFill>
                <a:latin typeface="Arial"/>
              </a:endParaRPr>
            </a:p>
            <a:p>
              <a:pPr defTabSz="4388760">
                <a:lnSpc>
                  <a:spcPct val="100000"/>
                </a:lnSpc>
                <a:tabLst>
                  <a:tab algn="l" pos="0"/>
                </a:tabLst>
              </a:pPr>
              <a:endParaRPr b="0" lang="en-US" sz="2800" spc="-1" strike="noStrike">
                <a:solidFill>
                  <a:srgbClr val="ffffff"/>
                </a:solidFill>
                <a:latin typeface="Arial"/>
              </a:endParaRPr>
            </a:p>
            <a:p>
              <a:pPr algn="ctr" defTabSz="4388760">
                <a:lnSpc>
                  <a:spcPct val="100000"/>
                </a:lnSpc>
                <a:tabLst>
                  <a:tab algn="l" pos="0"/>
                </a:tabLst>
              </a:pPr>
              <a:r>
                <a:rPr b="1" lang="en-US" sz="3200" spc="-1" strike="noStrike">
                  <a:solidFill>
                    <a:srgbClr val="ffc000"/>
                  </a:solidFill>
                  <a:latin typeface="Trebuchet MS"/>
                </a:rPr>
                <a:t>Title, Authors, and Affiliations</a:t>
              </a:r>
              <a:endParaRPr b="0" lang="en-US" sz="3200" spc="-1" strike="noStrike">
                <a:solidFill>
                  <a:srgbClr val="ffffff"/>
                </a:solidFill>
                <a:latin typeface="Arial"/>
              </a:endParaRPr>
            </a:p>
            <a:p>
              <a:pPr defTabSz="4388760">
                <a:lnSpc>
                  <a:spcPct val="100000"/>
                </a:lnSpc>
                <a:tabLst>
                  <a:tab algn="l" pos="0"/>
                </a:tabLst>
              </a:pPr>
              <a:r>
                <a:rPr b="0" lang="en-US" sz="2400" spc="-1" strike="noStrike">
                  <a:solidFill>
                    <a:schemeClr val="lt1">
                      <a:lumMod val="75000"/>
                    </a:schemeClr>
                  </a:solidFill>
                  <a:latin typeface="Trebuchet MS"/>
                </a:rPr>
                <a:t>Start designing your poster by adding the title, the names of the authors, and the affiliated institutions. You can type or paste text into the provided boxes. The template will automatically adjust the size of your text to fit the title box. You can manually override this feature and change the size of your text. </a:t>
              </a:r>
              <a:endParaRPr b="0" lang="en-US" sz="2400" spc="-1" strike="noStrike">
                <a:solidFill>
                  <a:srgbClr val="ffffff"/>
                </a:solidFill>
                <a:latin typeface="Arial"/>
              </a:endParaRPr>
            </a:p>
            <a:p>
              <a:pPr defTabSz="4388760">
                <a:lnSpc>
                  <a:spcPct val="100000"/>
                </a:lnSpc>
                <a:tabLst>
                  <a:tab algn="l" pos="0"/>
                </a:tabLst>
              </a:pPr>
              <a:endParaRPr b="0" lang="en-US" sz="2400" spc="-1" strike="noStrike">
                <a:solidFill>
                  <a:srgbClr val="ffffff"/>
                </a:solidFill>
                <a:latin typeface="Arial"/>
              </a:endParaRPr>
            </a:p>
            <a:p>
              <a:pPr defTabSz="4388760">
                <a:lnSpc>
                  <a:spcPct val="100000"/>
                </a:lnSpc>
                <a:tabLst>
                  <a:tab algn="l" pos="0"/>
                </a:tabLst>
              </a:pPr>
              <a:r>
                <a:rPr b="1" lang="en-US" sz="2400" spc="299" strike="noStrike">
                  <a:solidFill>
                    <a:srgbClr val="ffc000"/>
                  </a:solidFill>
                  <a:latin typeface="Trebuchet MS"/>
                </a:rPr>
                <a:t>TIP</a:t>
              </a:r>
              <a:r>
                <a:rPr b="1" lang="en-US" sz="2400" spc="-1" strike="noStrike">
                  <a:solidFill>
                    <a:srgbClr val="ffc000"/>
                  </a:solidFill>
                  <a:latin typeface="Trebuchet MS"/>
                </a:rPr>
                <a:t>: </a:t>
              </a:r>
              <a:r>
                <a:rPr b="0" lang="en-US" sz="2400" spc="-1" strike="noStrike">
                  <a:solidFill>
                    <a:schemeClr val="lt1">
                      <a:lumMod val="75000"/>
                    </a:schemeClr>
                  </a:solidFill>
                  <a:latin typeface="Trebuchet MS"/>
                </a:rPr>
                <a:t>The font size of your title should be bigger than your name(s) and institution name(s).</a:t>
              </a:r>
              <a:endParaRPr b="0" lang="en-US" sz="2400" spc="-1" strike="noStrike">
                <a:solidFill>
                  <a:srgbClr val="ffffff"/>
                </a:solidFill>
                <a:latin typeface="Arial"/>
              </a:endParaRPr>
            </a:p>
            <a:p>
              <a:pPr defTabSz="4388760">
                <a:lnSpc>
                  <a:spcPct val="100000"/>
                </a:lnSpc>
                <a:tabLst>
                  <a:tab algn="l" pos="0"/>
                </a:tabLst>
              </a:pPr>
              <a:br>
                <a:rPr sz="2800"/>
              </a:br>
              <a:endParaRPr b="0" lang="en-US" sz="2800" spc="-1" strike="noStrike">
                <a:solidFill>
                  <a:srgbClr val="ffffff"/>
                </a:solidFill>
                <a:latin typeface="Arial"/>
              </a:endParaRPr>
            </a:p>
            <a:p>
              <a:pPr algn="ctr" defTabSz="4388760">
                <a:lnSpc>
                  <a:spcPct val="100000"/>
                </a:lnSpc>
                <a:tabLst>
                  <a:tab algn="l" pos="0"/>
                </a:tabLst>
              </a:pPr>
              <a:endParaRPr b="0" lang="en-US" sz="2800" spc="-1" strike="noStrike">
                <a:solidFill>
                  <a:srgbClr val="ffffff"/>
                </a:solidFill>
                <a:latin typeface="Arial"/>
              </a:endParaRPr>
            </a:p>
            <a:p>
              <a:pPr algn="ctr" defTabSz="4388760">
                <a:lnSpc>
                  <a:spcPct val="100000"/>
                </a:lnSpc>
                <a:tabLst>
                  <a:tab algn="l" pos="0"/>
                </a:tabLst>
              </a:pPr>
              <a:endParaRPr b="0" lang="en-US" sz="2800" spc="-1" strike="noStrike">
                <a:solidFill>
                  <a:srgbClr val="ffffff"/>
                </a:solidFill>
                <a:latin typeface="Arial"/>
              </a:endParaRPr>
            </a:p>
            <a:p>
              <a:pPr algn="ctr" defTabSz="4388760">
                <a:lnSpc>
                  <a:spcPct val="100000"/>
                </a:lnSpc>
                <a:tabLst>
                  <a:tab algn="l" pos="0"/>
                </a:tabLst>
              </a:pPr>
              <a:r>
                <a:rPr b="1" lang="en-US" sz="3200" spc="-1" strike="noStrike">
                  <a:solidFill>
                    <a:srgbClr val="ffc000"/>
                  </a:solidFill>
                  <a:latin typeface="Trebuchet MS"/>
                </a:rPr>
                <a:t>Adding Logos / Seals</a:t>
              </a:r>
              <a:endParaRPr b="0" lang="en-US" sz="3200" spc="-1" strike="noStrike">
                <a:solidFill>
                  <a:srgbClr val="ffffff"/>
                </a:solidFill>
                <a:latin typeface="Arial"/>
              </a:endParaRPr>
            </a:p>
            <a:p>
              <a:pPr defTabSz="4388760">
                <a:lnSpc>
                  <a:spcPct val="100000"/>
                </a:lnSpc>
                <a:tabLst>
                  <a:tab algn="l" pos="0"/>
                </a:tabLst>
              </a:pPr>
              <a:r>
                <a:rPr b="0" lang="en-US" sz="2400" spc="-1" strike="noStrike">
                  <a:solidFill>
                    <a:schemeClr val="lt1">
                      <a:lumMod val="75000"/>
                    </a:schemeClr>
                  </a:solidFill>
                  <a:latin typeface="Trebuchet MS"/>
                </a:rPr>
                <a:t>Most often, logos are added on each side of the title. You can insert a logo by dragging and dropping it from your desktop, copy and paste or by going to INSERT &gt; PICTURES. Logos taken from web sites are likely to be low quality when printed. Zoom it at 100% to see what the logo will look like on the final poster and make any necessary adjustments.  </a:t>
              </a:r>
              <a:endParaRPr b="0" lang="en-US" sz="2400" spc="-1" strike="noStrike">
                <a:solidFill>
                  <a:srgbClr val="ffffff"/>
                </a:solidFill>
                <a:latin typeface="Arial"/>
              </a:endParaRPr>
            </a:p>
            <a:p>
              <a:pPr defTabSz="4388760">
                <a:lnSpc>
                  <a:spcPct val="100000"/>
                </a:lnSpc>
                <a:tabLst>
                  <a:tab algn="l" pos="0"/>
                </a:tabLst>
              </a:pPr>
              <a:endParaRPr b="0" lang="en-US" sz="2400" spc="-1" strike="noStrike">
                <a:solidFill>
                  <a:srgbClr val="ffffff"/>
                </a:solidFill>
                <a:latin typeface="Arial"/>
              </a:endParaRPr>
            </a:p>
            <a:p>
              <a:pPr defTabSz="4388760">
                <a:lnSpc>
                  <a:spcPct val="100000"/>
                </a:lnSpc>
                <a:tabLst>
                  <a:tab algn="l" pos="0"/>
                </a:tabLst>
              </a:pPr>
              <a:r>
                <a:rPr b="1" lang="en-US" sz="2400" spc="299" strike="noStrike">
                  <a:solidFill>
                    <a:srgbClr val="ffc000"/>
                  </a:solidFill>
                  <a:latin typeface="Trebuchet MS"/>
                </a:rPr>
                <a:t>TIP:</a:t>
              </a:r>
              <a:r>
                <a:rPr b="1" lang="en-US" sz="2400" spc="-1" strike="noStrike">
                  <a:solidFill>
                    <a:srgbClr val="ffc000"/>
                  </a:solidFill>
                  <a:latin typeface="Trebuchet MS"/>
                </a:rPr>
                <a:t> </a:t>
              </a:r>
              <a:r>
                <a:rPr b="0" lang="en-US" sz="2400" spc="-1" strike="noStrike">
                  <a:solidFill>
                    <a:schemeClr val="lt1">
                      <a:lumMod val="75000"/>
                    </a:schemeClr>
                  </a:solidFill>
                  <a:latin typeface="Trebuchet MS"/>
                </a:rPr>
                <a:t>See if your school’s logo is available on our free poster templates page.</a:t>
              </a:r>
              <a:endParaRPr b="0" lang="en-US" sz="2400" spc="-1" strike="noStrike">
                <a:solidFill>
                  <a:srgbClr val="ffffff"/>
                </a:solidFill>
                <a:latin typeface="Arial"/>
              </a:endParaRPr>
            </a:p>
            <a:p>
              <a:pPr defTabSz="4388760">
                <a:lnSpc>
                  <a:spcPct val="100000"/>
                </a:lnSpc>
                <a:tabLst>
                  <a:tab algn="l" pos="0"/>
                </a:tabLst>
              </a:pPr>
              <a:endParaRPr b="0" lang="en-US" sz="2400" spc="-1" strike="noStrike">
                <a:solidFill>
                  <a:srgbClr val="ffffff"/>
                </a:solidFill>
                <a:latin typeface="Arial"/>
              </a:endParaRPr>
            </a:p>
            <a:p>
              <a:pPr algn="ctr" defTabSz="4388760">
                <a:lnSpc>
                  <a:spcPct val="100000"/>
                </a:lnSpc>
                <a:tabLst>
                  <a:tab algn="l" pos="0"/>
                </a:tabLst>
              </a:pPr>
              <a:r>
                <a:rPr b="1" lang="en-US" sz="3200" spc="-1" strike="noStrike">
                  <a:solidFill>
                    <a:srgbClr val="ffc000"/>
                  </a:solidFill>
                  <a:latin typeface="Trebuchet MS"/>
                </a:rPr>
                <a:t>Photographs / Graphics</a:t>
              </a:r>
              <a:endParaRPr b="0" lang="en-US" sz="3200" spc="-1" strike="noStrike">
                <a:solidFill>
                  <a:srgbClr val="ffffff"/>
                </a:solidFill>
                <a:latin typeface="Arial"/>
              </a:endParaRPr>
            </a:p>
            <a:p>
              <a:pPr defTabSz="977760">
                <a:lnSpc>
                  <a:spcPct val="100000"/>
                </a:lnSpc>
                <a:tabLst>
                  <a:tab algn="l" pos="0"/>
                </a:tabLst>
              </a:pPr>
              <a:r>
                <a:rPr b="0" lang="en-US" sz="2400" spc="-1" strike="noStrike">
                  <a:solidFill>
                    <a:schemeClr val="lt1">
                      <a:lumMod val="75000"/>
                    </a:schemeClr>
                  </a:solidFill>
                  <a:latin typeface="Trebuchet MS"/>
                </a:rPr>
                <a:t>You can add images by dragging and dropping from your desktop, copy and paste, or by going to INSERT &gt; PICTURES. Resize images proportionally by holding down the SHIFT key and dragging one of the corner handles. For a professional-looking poster, do not distort your images by enlarging them disproportionally.</a:t>
              </a:r>
              <a:endParaRPr b="0" lang="en-US" sz="2400" spc="-1" strike="noStrike">
                <a:solidFill>
                  <a:srgbClr val="ffffff"/>
                </a:solidFill>
                <a:latin typeface="Arial"/>
              </a:endParaRPr>
            </a:p>
            <a:p>
              <a:pPr defTabSz="977760">
                <a:lnSpc>
                  <a:spcPct val="100000"/>
                </a:lnSpc>
                <a:tabLst>
                  <a:tab algn="l" pos="0"/>
                </a:tabLst>
              </a:pPr>
              <a:endParaRPr b="0" lang="en-US" sz="2400" spc="-1" strike="noStrike">
                <a:solidFill>
                  <a:srgbClr val="ffffff"/>
                </a:solidFill>
                <a:latin typeface="Arial"/>
              </a:endParaRPr>
            </a:p>
            <a:p>
              <a:pPr algn="ctr" defTabSz="4388760">
                <a:lnSpc>
                  <a:spcPct val="100000"/>
                </a:lnSpc>
                <a:tabLst>
                  <a:tab algn="l" pos="0"/>
                </a:tabLst>
              </a:pPr>
              <a:endParaRPr b="0" lang="en-US" sz="2800" spc="-1" strike="noStrike">
                <a:solidFill>
                  <a:srgbClr val="ffffff"/>
                </a:solidFill>
                <a:latin typeface="Arial"/>
              </a:endParaRPr>
            </a:p>
            <a:p>
              <a:pPr algn="ctr" defTabSz="4388760">
                <a:lnSpc>
                  <a:spcPct val="100000"/>
                </a:lnSpc>
                <a:tabLst>
                  <a:tab algn="l" pos="0"/>
                </a:tabLst>
              </a:pPr>
              <a:endParaRPr b="0" lang="en-US" sz="2800" spc="-1" strike="noStrike">
                <a:solidFill>
                  <a:srgbClr val="ffffff"/>
                </a:solidFill>
                <a:latin typeface="Arial"/>
              </a:endParaRPr>
            </a:p>
            <a:p>
              <a:pPr algn="ctr" defTabSz="4388760">
                <a:lnSpc>
                  <a:spcPct val="100000"/>
                </a:lnSpc>
                <a:tabLst>
                  <a:tab algn="l" pos="0"/>
                </a:tabLst>
              </a:pPr>
              <a:endParaRPr b="0" lang="en-US" sz="2800" spc="-1" strike="noStrike">
                <a:solidFill>
                  <a:srgbClr val="ffffff"/>
                </a:solidFill>
                <a:latin typeface="Arial"/>
              </a:endParaRPr>
            </a:p>
            <a:p>
              <a:pPr algn="ctr" defTabSz="4388760">
                <a:lnSpc>
                  <a:spcPct val="100000"/>
                </a:lnSpc>
                <a:tabLst>
                  <a:tab algn="l" pos="0"/>
                </a:tabLst>
              </a:pPr>
              <a:endParaRPr b="0" lang="en-US" sz="2800" spc="-1" strike="noStrike">
                <a:solidFill>
                  <a:srgbClr val="ffffff"/>
                </a:solidFill>
                <a:latin typeface="Arial"/>
              </a:endParaRPr>
            </a:p>
            <a:p>
              <a:pPr algn="ctr" defTabSz="4388760">
                <a:lnSpc>
                  <a:spcPct val="100000"/>
                </a:lnSpc>
                <a:tabLst>
                  <a:tab algn="l" pos="0"/>
                </a:tabLst>
              </a:pPr>
              <a:endParaRPr b="0" lang="en-US" sz="2800" spc="-1" strike="noStrike">
                <a:solidFill>
                  <a:srgbClr val="ffffff"/>
                </a:solidFill>
                <a:latin typeface="Arial"/>
              </a:endParaRPr>
            </a:p>
            <a:p>
              <a:pPr algn="ctr" defTabSz="4388760">
                <a:lnSpc>
                  <a:spcPct val="100000"/>
                </a:lnSpc>
                <a:tabLst>
                  <a:tab algn="l" pos="0"/>
                </a:tabLst>
              </a:pPr>
              <a:endParaRPr b="0" lang="en-US" sz="2800" spc="-1" strike="noStrike">
                <a:solidFill>
                  <a:srgbClr val="ffffff"/>
                </a:solidFill>
                <a:latin typeface="Arial"/>
              </a:endParaRPr>
            </a:p>
            <a:p>
              <a:pPr algn="ctr" defTabSz="4388760">
                <a:lnSpc>
                  <a:spcPct val="100000"/>
                </a:lnSpc>
                <a:tabLst>
                  <a:tab algn="l" pos="0"/>
                </a:tabLst>
              </a:pPr>
              <a:r>
                <a:rPr b="1" lang="en-US" sz="3200" spc="-1" strike="noStrike">
                  <a:solidFill>
                    <a:srgbClr val="ffc000"/>
                  </a:solidFill>
                  <a:latin typeface="Trebuchet MS"/>
                </a:rPr>
                <a:t>Image Quality Check</a:t>
              </a:r>
              <a:endParaRPr b="0" lang="en-US" sz="3200" spc="-1" strike="noStrike">
                <a:solidFill>
                  <a:srgbClr val="ffffff"/>
                </a:solidFill>
                <a:latin typeface="Arial"/>
              </a:endParaRPr>
            </a:p>
            <a:p>
              <a:pPr defTabSz="977760">
                <a:lnSpc>
                  <a:spcPct val="100000"/>
                </a:lnSpc>
                <a:tabLst>
                  <a:tab algn="l" pos="0"/>
                </a:tabLst>
              </a:pPr>
              <a:r>
                <a:rPr b="0" lang="en-US" sz="2400" spc="-1" strike="noStrike">
                  <a:solidFill>
                    <a:schemeClr val="lt1">
                      <a:lumMod val="75000"/>
                    </a:schemeClr>
                  </a:solidFill>
                  <a:latin typeface="Trebuchet MS"/>
                </a:rPr>
                <a:t>Zoom in and look at your images at 100% magnification. If they look good they will print well. </a:t>
              </a:r>
              <a:endParaRPr b="0" lang="en-US" sz="2400" spc="-1" strike="noStrike">
                <a:solidFill>
                  <a:srgbClr val="ffffff"/>
                </a:solidFill>
                <a:latin typeface="Arial"/>
              </a:endParaRPr>
            </a:p>
          </p:txBody>
        </p:sp>
        <p:cxnSp>
          <p:nvCxnSpPr>
            <p:cNvPr id="77" name="Straight Connector 55"/>
            <p:cNvCxnSpPr/>
            <p:nvPr/>
          </p:nvCxnSpPr>
          <p:spPr>
            <a:xfrm>
              <a:off x="-11225160" y="8422200"/>
              <a:ext cx="11000160" cy="3960"/>
            </a:xfrm>
            <a:prstGeom prst="straightConnector1">
              <a:avLst/>
            </a:prstGeom>
            <a:ln>
              <a:solidFill>
                <a:srgbClr val="ffc000"/>
              </a:solidFill>
              <a:round/>
            </a:ln>
          </p:spPr>
        </p:cxnSp>
        <p:pic>
          <p:nvPicPr>
            <p:cNvPr id="78" name="Picture 56" descr=""/>
            <p:cNvPicPr/>
            <p:nvPr/>
          </p:nvPicPr>
          <p:blipFill>
            <a:blip r:embed="rId8"/>
            <a:stretch/>
          </p:blipFill>
          <p:spPr>
            <a:xfrm>
              <a:off x="-10740600" y="10261800"/>
              <a:ext cx="1597320" cy="1201680"/>
            </a:xfrm>
            <a:prstGeom prst="rect">
              <a:avLst/>
            </a:prstGeom>
            <a:ln w="0">
              <a:noFill/>
            </a:ln>
          </p:spPr>
        </p:pic>
        <p:pic>
          <p:nvPicPr>
            <p:cNvPr id="79" name="Picture 57" descr=""/>
            <p:cNvPicPr/>
            <p:nvPr/>
          </p:nvPicPr>
          <p:blipFill>
            <a:blip r:embed="rId9"/>
            <a:stretch/>
          </p:blipFill>
          <p:spPr>
            <a:xfrm>
              <a:off x="-10732680" y="15697080"/>
              <a:ext cx="9986400" cy="1053360"/>
            </a:xfrm>
            <a:prstGeom prst="rect">
              <a:avLst/>
            </a:prstGeom>
            <a:ln w="0">
              <a:noFill/>
            </a:ln>
          </p:spPr>
        </p:pic>
        <p:grpSp>
          <p:nvGrpSpPr>
            <p:cNvPr id="80" name="Group 58"/>
            <p:cNvGrpSpPr/>
            <p:nvPr/>
          </p:nvGrpSpPr>
          <p:grpSpPr>
            <a:xfrm>
              <a:off x="-9744840" y="23541120"/>
              <a:ext cx="7530480" cy="2036880"/>
              <a:chOff x="-9744840" y="23541120"/>
              <a:chExt cx="7530480" cy="2036880"/>
            </a:xfrm>
          </p:grpSpPr>
          <p:grpSp>
            <p:nvGrpSpPr>
              <p:cNvPr id="81" name="Group 64"/>
              <p:cNvGrpSpPr/>
              <p:nvPr/>
            </p:nvGrpSpPr>
            <p:grpSpPr>
              <a:xfrm>
                <a:off x="-6084720" y="23637240"/>
                <a:ext cx="1354680" cy="1940040"/>
                <a:chOff x="-6084720" y="23637240"/>
                <a:chExt cx="1354680" cy="1940040"/>
              </a:xfrm>
            </p:grpSpPr>
            <p:pic>
              <p:nvPicPr>
                <p:cNvPr id="82" name="Picture 70" descr=""/>
                <p:cNvPicPr/>
                <p:nvPr/>
              </p:nvPicPr>
              <p:blipFill>
                <a:blip r:embed="rId10"/>
                <a:stretch/>
              </p:blipFill>
              <p:spPr>
                <a:xfrm>
                  <a:off x="-6066360" y="23637240"/>
                  <a:ext cx="1336320" cy="1656360"/>
                </a:xfrm>
                <a:prstGeom prst="rect">
                  <a:avLst/>
                </a:prstGeom>
                <a:ln w="0">
                  <a:noFill/>
                </a:ln>
              </p:spPr>
            </p:pic>
            <p:sp>
              <p:nvSpPr>
                <p:cNvPr id="83" name="TextBox 71"/>
                <p:cNvSpPr/>
                <p:nvPr/>
              </p:nvSpPr>
              <p:spPr>
                <a:xfrm>
                  <a:off x="-6084720" y="25151040"/>
                  <a:ext cx="1354680" cy="426240"/>
                </a:xfrm>
                <a:prstGeom prst="rect">
                  <a:avLst/>
                </a:prstGeom>
                <a:solidFill>
                  <a:schemeClr val="accent1"/>
                </a:solidFill>
                <a:ln w="0">
                  <a:noFill/>
                </a:ln>
              </p:spPr>
              <p:style>
                <a:lnRef idx="0"/>
                <a:fillRef idx="0"/>
                <a:effectRef idx="0"/>
                <a:fontRef idx="minor"/>
              </p:style>
              <p:txBody>
                <a:bodyPr tIns="91440" bIns="91440" anchor="t">
                  <a:spAutoFit/>
                </a:bodyPr>
                <a:p>
                  <a:pPr algn="ctr" defTabSz="4388760">
                    <a:lnSpc>
                      <a:spcPct val="100000"/>
                    </a:lnSpc>
                  </a:pPr>
                  <a:r>
                    <a:rPr b="1" lang="en-US" sz="1600" spc="-1" strike="noStrike">
                      <a:solidFill>
                        <a:schemeClr val="dk1"/>
                      </a:solidFill>
                      <a:latin typeface="Calibri"/>
                    </a:rPr>
                    <a:t>ORIGINAL</a:t>
                  </a:r>
                  <a:endParaRPr b="0" lang="en-US" sz="1600" spc="-1" strike="noStrike">
                    <a:solidFill>
                      <a:srgbClr val="000000"/>
                    </a:solidFill>
                    <a:latin typeface="Arial"/>
                  </a:endParaRPr>
                </a:p>
              </p:txBody>
            </p:sp>
          </p:grpSp>
          <p:grpSp>
            <p:nvGrpSpPr>
              <p:cNvPr id="84" name="Group 65"/>
              <p:cNvGrpSpPr/>
              <p:nvPr/>
            </p:nvGrpSpPr>
            <p:grpSpPr>
              <a:xfrm>
                <a:off x="-4456440" y="23637240"/>
                <a:ext cx="2242080" cy="1940760"/>
                <a:chOff x="-4456440" y="23637240"/>
                <a:chExt cx="2242080" cy="1940760"/>
              </a:xfrm>
            </p:grpSpPr>
            <p:pic>
              <p:nvPicPr>
                <p:cNvPr id="85" name="Picture 68" descr=""/>
                <p:cNvPicPr/>
                <p:nvPr/>
              </p:nvPicPr>
              <p:blipFill>
                <a:blip r:embed="rId11"/>
                <a:stretch/>
              </p:blipFill>
              <p:spPr>
                <a:xfrm>
                  <a:off x="-4456440" y="23637240"/>
                  <a:ext cx="2242080" cy="1630440"/>
                </a:xfrm>
                <a:prstGeom prst="rect">
                  <a:avLst/>
                </a:prstGeom>
                <a:ln w="0">
                  <a:noFill/>
                </a:ln>
              </p:spPr>
            </p:pic>
            <p:sp>
              <p:nvSpPr>
                <p:cNvPr id="86" name="TextBox 69"/>
                <p:cNvSpPr/>
                <p:nvPr/>
              </p:nvSpPr>
              <p:spPr>
                <a:xfrm>
                  <a:off x="-4452120" y="25182000"/>
                  <a:ext cx="2237760" cy="396000"/>
                </a:xfrm>
                <a:prstGeom prst="rect">
                  <a:avLst/>
                </a:prstGeom>
                <a:solidFill>
                  <a:srgbClr val="ff0000"/>
                </a:solidFill>
                <a:ln w="0">
                  <a:noFill/>
                </a:ln>
              </p:spPr>
              <p:style>
                <a:lnRef idx="0"/>
                <a:fillRef idx="0"/>
                <a:effectRef idx="0"/>
                <a:fontRef idx="minor"/>
              </p:style>
              <p:txBody>
                <a:bodyPr lIns="457200" rIns="457200" tIns="91440" bIns="91440" anchor="t">
                  <a:spAutoFit/>
                </a:bodyPr>
                <a:p>
                  <a:pPr algn="ctr" defTabSz="4388760">
                    <a:lnSpc>
                      <a:spcPct val="100000"/>
                    </a:lnSpc>
                  </a:pPr>
                  <a:r>
                    <a:rPr b="1" lang="en-US" sz="1400" spc="-1" strike="noStrike">
                      <a:solidFill>
                        <a:schemeClr val="lt1"/>
                      </a:solidFill>
                      <a:latin typeface="Calibri"/>
                    </a:rPr>
                    <a:t>DISTORTED</a:t>
                  </a:r>
                  <a:endParaRPr b="0" lang="en-US" sz="1400" spc="-1" strike="noStrike">
                    <a:solidFill>
                      <a:srgbClr val="ffffff"/>
                    </a:solidFill>
                    <a:latin typeface="Arial"/>
                  </a:endParaRPr>
                </a:p>
              </p:txBody>
            </p:sp>
          </p:grpSp>
          <p:pic>
            <p:nvPicPr>
              <p:cNvPr id="87" name="Picture 66" descr=""/>
              <p:cNvPicPr/>
              <p:nvPr/>
            </p:nvPicPr>
            <p:blipFill>
              <a:blip r:embed="rId12"/>
              <a:stretch/>
            </p:blipFill>
            <p:spPr>
              <a:xfrm>
                <a:off x="-9744840" y="23541120"/>
                <a:ext cx="2383920" cy="1845000"/>
              </a:xfrm>
              <a:prstGeom prst="rect">
                <a:avLst/>
              </a:prstGeom>
              <a:ln w="0">
                <a:noFill/>
              </a:ln>
            </p:spPr>
          </p:pic>
          <p:sp>
            <p:nvSpPr>
              <p:cNvPr id="88" name="TextBox 67"/>
              <p:cNvSpPr/>
              <p:nvPr/>
            </p:nvSpPr>
            <p:spPr>
              <a:xfrm>
                <a:off x="-9680400" y="24953400"/>
                <a:ext cx="2247120" cy="486720"/>
              </a:xfrm>
              <a:prstGeom prst="rect">
                <a:avLst/>
              </a:prstGeom>
              <a:noFill/>
              <a:ln w="0">
                <a:noFill/>
              </a:ln>
            </p:spPr>
            <p:style>
              <a:lnRef idx="0"/>
              <a:fillRef idx="0"/>
              <a:effectRef idx="0"/>
              <a:fontRef idx="minor"/>
            </p:style>
            <p:txBody>
              <a:bodyPr lIns="457200" rIns="457200" tIns="350640" bIns="-106560" anchor="t">
                <a:spAutoFit/>
              </a:bodyPr>
              <a:p>
                <a:pPr algn="ctr" defTabSz="4388760">
                  <a:lnSpc>
                    <a:spcPct val="100000"/>
                  </a:lnSpc>
                </a:pPr>
                <a:r>
                  <a:rPr b="0" lang="en-US" sz="1600" spc="-1" strike="noStrike">
                    <a:solidFill>
                      <a:schemeClr val="lt1"/>
                    </a:solidFill>
                    <a:latin typeface="Calibri"/>
                  </a:rPr>
                  <a:t>Corner handles</a:t>
                </a:r>
                <a:endParaRPr b="0" lang="en-US" sz="1600" spc="-1" strike="noStrike">
                  <a:solidFill>
                    <a:srgbClr val="ffffff"/>
                  </a:solidFill>
                  <a:latin typeface="Arial"/>
                </a:endParaRPr>
              </a:p>
            </p:txBody>
          </p:sp>
        </p:grpSp>
        <p:grpSp>
          <p:nvGrpSpPr>
            <p:cNvPr id="89" name="Group 59"/>
            <p:cNvGrpSpPr/>
            <p:nvPr/>
          </p:nvGrpSpPr>
          <p:grpSpPr>
            <a:xfrm>
              <a:off x="-10398960" y="27751320"/>
              <a:ext cx="9319320" cy="2453400"/>
              <a:chOff x="-10398960" y="27751320"/>
              <a:chExt cx="9319320" cy="2453400"/>
            </a:xfrm>
          </p:grpSpPr>
          <p:graphicFrame>
            <p:nvGraphicFramePr>
              <p:cNvPr id="90" name=""/>
              <p:cNvGraphicFramePr/>
              <p:nvPr/>
            </p:nvGraphicFramePr>
            <p:xfrm>
              <a:off x="-9918000" y="27751320"/>
              <a:ext cx="3967920" cy="2432160"/>
            </p:xfrm>
            <a:graphic>
              <a:graphicData uri="http://schemas.openxmlformats.org/presentationml/2006/ole">
                <p:oleObj progId="Photoshop.Image.13" r:id="rId13" spid="">
                  <p:embed/>
                  <p:pic>
                    <p:nvPicPr>
                      <p:cNvPr id="91" name="" descr=""/>
                      <p:cNvPicPr/>
                      <p:nvPr/>
                    </p:nvPicPr>
                    <p:blipFill>
                      <a:blip r:embed="rId14"/>
                      <a:stretch/>
                    </p:blipFill>
                    <p:spPr>
                      <a:xfrm>
                        <a:off x="-9918000" y="27751320"/>
                        <a:ext cx="3967920" cy="2432160"/>
                      </a:xfrm>
                      <a:prstGeom prst="rect">
                        <a:avLst/>
                      </a:prstGeom>
                      <a:ln w="0">
                        <a:noFill/>
                      </a:ln>
                    </p:spPr>
                  </p:pic>
                </p:oleObj>
              </a:graphicData>
            </a:graphic>
          </p:graphicFrame>
          <p:graphicFrame>
            <p:nvGraphicFramePr>
              <p:cNvPr id="92" name=""/>
              <p:cNvGraphicFramePr/>
              <p:nvPr/>
            </p:nvGraphicFramePr>
            <p:xfrm>
              <a:off x="-5411520" y="27759600"/>
              <a:ext cx="3967920" cy="2432160"/>
            </p:xfrm>
            <a:graphic>
              <a:graphicData uri="http://schemas.openxmlformats.org/presentationml/2006/ole">
                <p:oleObj progId="Photoshop.Image.13" r:id="rId15" spid="">
                  <p:embed/>
                  <p:pic>
                    <p:nvPicPr>
                      <p:cNvPr id="93" name="" descr=""/>
                      <p:cNvPicPr/>
                      <p:nvPr/>
                    </p:nvPicPr>
                    <p:blipFill>
                      <a:blip r:embed="rId16"/>
                      <a:stretch/>
                    </p:blipFill>
                    <p:spPr>
                      <a:xfrm>
                        <a:off x="-5411520" y="27759600"/>
                        <a:ext cx="3967920" cy="2432160"/>
                      </a:xfrm>
                      <a:prstGeom prst="rect">
                        <a:avLst/>
                      </a:prstGeom>
                      <a:ln w="0">
                        <a:noFill/>
                      </a:ln>
                    </p:spPr>
                  </p:pic>
                </p:oleObj>
              </a:graphicData>
            </a:graphic>
          </p:graphicFrame>
          <p:sp>
            <p:nvSpPr>
              <p:cNvPr id="94" name="TextBox 62"/>
              <p:cNvSpPr/>
              <p:nvPr/>
            </p:nvSpPr>
            <p:spPr>
              <a:xfrm rot="16200000">
                <a:off x="-11447640" y="28800360"/>
                <a:ext cx="2432160" cy="334800"/>
              </a:xfrm>
              <a:prstGeom prst="rect">
                <a:avLst/>
              </a:prstGeom>
              <a:noFill/>
              <a:ln w="0">
                <a:noFill/>
              </a:ln>
            </p:spPr>
            <p:style>
              <a:lnRef idx="0"/>
              <a:fillRef idx="0"/>
              <a:effectRef idx="0"/>
              <a:fontRef idx="minor"/>
            </p:style>
            <p:txBody>
              <a:bodyPr tIns="91440" bIns="0" anchor="t">
                <a:spAutoFit/>
              </a:bodyPr>
              <a:p>
                <a:pPr algn="ctr" defTabSz="4388760">
                  <a:lnSpc>
                    <a:spcPct val="100000"/>
                  </a:lnSpc>
                </a:pPr>
                <a:r>
                  <a:rPr b="0" lang="en-US" sz="1600" spc="-1" strike="noStrike">
                    <a:solidFill>
                      <a:srgbClr val="92d050"/>
                    </a:solidFill>
                    <a:latin typeface="Calibri"/>
                  </a:rPr>
                  <a:t>Good </a:t>
                </a:r>
                <a:r>
                  <a:rPr b="0" lang="en-US" sz="1600" spc="-1" strike="noStrike">
                    <a:solidFill>
                      <a:schemeClr val="lt1"/>
                    </a:solidFill>
                    <a:latin typeface="Calibri"/>
                  </a:rPr>
                  <a:t>printing quality</a:t>
                </a:r>
                <a:endParaRPr b="0" lang="en-US" sz="1600" spc="-1" strike="noStrike">
                  <a:solidFill>
                    <a:srgbClr val="ffffff"/>
                  </a:solidFill>
                  <a:latin typeface="Arial"/>
                </a:endParaRPr>
              </a:p>
            </p:txBody>
          </p:sp>
          <p:sp>
            <p:nvSpPr>
              <p:cNvPr id="95" name="TextBox 63"/>
              <p:cNvSpPr/>
              <p:nvPr/>
            </p:nvSpPr>
            <p:spPr>
              <a:xfrm rot="16200000">
                <a:off x="-2463120" y="28821240"/>
                <a:ext cx="2432160" cy="334800"/>
              </a:xfrm>
              <a:prstGeom prst="rect">
                <a:avLst/>
              </a:prstGeom>
              <a:noFill/>
              <a:ln w="0">
                <a:noFill/>
              </a:ln>
            </p:spPr>
            <p:style>
              <a:lnRef idx="0"/>
              <a:fillRef idx="0"/>
              <a:effectRef idx="0"/>
              <a:fontRef idx="minor"/>
            </p:style>
            <p:txBody>
              <a:bodyPr tIns="91440" bIns="0" anchor="t">
                <a:spAutoFit/>
              </a:bodyPr>
              <a:p>
                <a:pPr algn="ctr" defTabSz="4388760">
                  <a:lnSpc>
                    <a:spcPct val="100000"/>
                  </a:lnSpc>
                </a:pPr>
                <a:r>
                  <a:rPr b="0" lang="en-US" sz="1600" spc="-1" strike="noStrike">
                    <a:solidFill>
                      <a:srgbClr val="ff0000"/>
                    </a:solidFill>
                    <a:latin typeface="Calibri"/>
                  </a:rPr>
                  <a:t>Bad </a:t>
                </a:r>
                <a:r>
                  <a:rPr b="0" lang="en-US" sz="1600" spc="-1" strike="noStrike">
                    <a:solidFill>
                      <a:schemeClr val="lt1"/>
                    </a:solidFill>
                    <a:latin typeface="Calibri"/>
                  </a:rPr>
                  <a:t>printing quality</a:t>
                </a:r>
                <a:endParaRPr b="0" lang="en-US" sz="1600" spc="-1" strike="noStrike">
                  <a:solidFill>
                    <a:srgbClr val="ffffff"/>
                  </a:solidFill>
                  <a:latin typeface="Arial"/>
                </a:endParaRPr>
              </a:p>
            </p:txBody>
          </p:sp>
        </p:grpSp>
      </p:grpSp>
      <p:sp>
        <p:nvSpPr>
          <p:cNvPr id="96" name="Text Box 14"/>
          <p:cNvSpPr/>
          <p:nvPr/>
        </p:nvSpPr>
        <p:spPr>
          <a:xfrm>
            <a:off x="1567440" y="32315760"/>
            <a:ext cx="2514240" cy="319320"/>
          </a:xfrm>
          <a:prstGeom prst="rect">
            <a:avLst/>
          </a:prstGeom>
          <a:noFill/>
          <a:ln w="9525">
            <a:noFill/>
          </a:ln>
        </p:spPr>
        <p:style>
          <a:lnRef idx="0"/>
          <a:fillRef idx="0"/>
          <a:effectRef idx="0"/>
          <a:fontRef idx="minor"/>
        </p:style>
        <p:txBody>
          <a:bodyPr anchor="t">
            <a:spAutoFit/>
          </a:bodyPr>
          <a:p>
            <a:pPr defTabSz="4388760">
              <a:lnSpc>
                <a:spcPct val="65000"/>
              </a:lnSpc>
              <a:spcBef>
                <a:spcPts val="249"/>
              </a:spcBef>
            </a:pPr>
            <a:r>
              <a:rPr b="1" lang="en-US" sz="500" spc="-1" strike="noStrike">
                <a:solidFill>
                  <a:schemeClr val="lt1">
                    <a:lumMod val="75000"/>
                  </a:schemeClr>
                </a:solidFill>
                <a:latin typeface="Arial"/>
              </a:rPr>
              <a:t>RESEARCH POSTER PRESENTATION DESIGN © 2015</a:t>
            </a:r>
            <a:endParaRPr b="0" lang="en-US" sz="500" spc="-1" strike="noStrike">
              <a:solidFill>
                <a:srgbClr val="ffffff"/>
              </a:solidFill>
              <a:latin typeface="Arial"/>
            </a:endParaRPr>
          </a:p>
          <a:p>
            <a:pPr defTabSz="4388760">
              <a:lnSpc>
                <a:spcPct val="65000"/>
              </a:lnSpc>
              <a:spcBef>
                <a:spcPts val="550"/>
              </a:spcBef>
            </a:pPr>
            <a:r>
              <a:rPr b="1" lang="en-US" sz="1100" spc="-1" strike="noStrike">
                <a:solidFill>
                  <a:schemeClr val="lt1">
                    <a:lumMod val="75000"/>
                  </a:schemeClr>
                </a:solidFill>
                <a:latin typeface="Arial"/>
              </a:rPr>
              <a:t>www.PosterPresentations.com</a:t>
            </a:r>
            <a:endParaRPr b="0" lang="en-US" sz="1100" spc="-1" strike="noStrike">
              <a:solidFill>
                <a:srgbClr val="ffffff"/>
              </a:solidFill>
              <a:latin typeface="Arial"/>
            </a:endParaRPr>
          </a:p>
        </p:txBody>
      </p:sp>
      <p:sp>
        <p:nvSpPr>
          <p:cNvPr id="97" name="PlaceHolder 1"/>
          <p:cNvSpPr>
            <a:spLocks noGrp="1"/>
          </p:cNvSpPr>
          <p:nvPr>
            <p:ph type="body"/>
          </p:nvPr>
        </p:nvSpPr>
        <p:spPr>
          <a:xfrm>
            <a:off x="904320" y="6295320"/>
            <a:ext cx="13591080" cy="19549800"/>
          </a:xfrm>
          <a:prstGeom prst="rect">
            <a:avLst/>
          </a:prstGeom>
          <a:noFill/>
          <a:ln w="0">
            <a:noFill/>
          </a:ln>
        </p:spPr>
        <p:txBody>
          <a:bodyPr lIns="228600" rIns="228600" tIns="228600" bIns="228600" anchor="t">
            <a:noAutofit/>
          </a:bodyPr>
          <a:p>
            <a:pPr indent="0" defTabSz="4388760">
              <a:lnSpc>
                <a:spcPct val="100000"/>
              </a:lnSpc>
              <a:spcBef>
                <a:spcPts val="519"/>
              </a:spcBef>
              <a:buNone/>
              <a:tabLst>
                <a:tab algn="l" pos="0"/>
              </a:tabLst>
            </a:pPr>
            <a:r>
              <a:rPr b="0" lang="en-US" sz="2600" spc="-1" strike="noStrike">
                <a:solidFill>
                  <a:schemeClr val="accent5">
                    <a:lumMod val="50000"/>
                  </a:schemeClr>
                </a:solidFill>
                <a:latin typeface="Times New Roman"/>
              </a:rPr>
              <a:t>Type in or paste your text here</a:t>
            </a:r>
            <a:endParaRPr b="0" lang="en-US" sz="2600" spc="-1" strike="noStrike">
              <a:solidFill>
                <a:schemeClr val="dk1"/>
              </a:solidFill>
              <a:latin typeface="Calibri"/>
            </a:endParaRPr>
          </a:p>
        </p:txBody>
      </p:sp>
      <p:sp>
        <p:nvSpPr>
          <p:cNvPr id="98" name="PlaceHolder 2"/>
          <p:cNvSpPr>
            <a:spLocks noGrp="1"/>
          </p:cNvSpPr>
          <p:nvPr>
            <p:ph type="body"/>
          </p:nvPr>
        </p:nvSpPr>
        <p:spPr>
          <a:xfrm>
            <a:off x="922320" y="-3828600"/>
            <a:ext cx="13572720" cy="19275480"/>
          </a:xfrm>
          <a:prstGeom prst="rect">
            <a:avLst/>
          </a:prstGeom>
          <a:noFill/>
          <a:ln w="0">
            <a:noFill/>
          </a:ln>
        </p:spPr>
        <p:txBody>
          <a:bodyPr lIns="91440" rIns="91440" tIns="91440" bIns="91440" anchor="ctr">
            <a:noAutofit/>
          </a:bodyPr>
          <a:p>
            <a:pPr indent="0" algn="ctr" defTabSz="4388760">
              <a:lnSpc>
                <a:spcPct val="100000"/>
              </a:lnSpc>
              <a:spcBef>
                <a:spcPts val="740"/>
              </a:spcBef>
              <a:buNone/>
              <a:tabLst>
                <a:tab algn="l" pos="0"/>
              </a:tabLst>
            </a:pPr>
            <a:r>
              <a:rPr b="1" lang="en-US" sz="3700" spc="-1" strike="noStrike" u="sng">
                <a:solidFill>
                  <a:schemeClr val="accent5">
                    <a:lumMod val="50000"/>
                  </a:schemeClr>
                </a:solidFill>
                <a:uFillTx/>
                <a:latin typeface="Calibri"/>
              </a:rPr>
              <a:t>(click to add) INTRODUCTION or ABSTRACT</a:t>
            </a:r>
            <a:endParaRPr b="0" lang="en-US" sz="3700" spc="-1" strike="noStrike">
              <a:solidFill>
                <a:schemeClr val="dk1"/>
              </a:solidFill>
              <a:latin typeface="Calibri"/>
            </a:endParaRPr>
          </a:p>
        </p:txBody>
      </p:sp>
      <p:sp>
        <p:nvSpPr>
          <p:cNvPr id="99" name="PlaceHolder 3"/>
          <p:cNvSpPr>
            <a:spLocks noGrp="1"/>
          </p:cNvSpPr>
          <p:nvPr>
            <p:ph type="body"/>
          </p:nvPr>
        </p:nvSpPr>
        <p:spPr>
          <a:xfrm>
            <a:off x="922320" y="18240480"/>
            <a:ext cx="13592520" cy="19549800"/>
          </a:xfrm>
          <a:prstGeom prst="rect">
            <a:avLst/>
          </a:prstGeom>
          <a:noFill/>
          <a:ln w="0">
            <a:noFill/>
          </a:ln>
        </p:spPr>
        <p:txBody>
          <a:bodyPr lIns="228600" rIns="228600" tIns="228600" bIns="228600" anchor="t">
            <a:noAutofit/>
          </a:bodyPr>
          <a:p>
            <a:pPr indent="0" defTabSz="4388760">
              <a:lnSpc>
                <a:spcPct val="100000"/>
              </a:lnSpc>
              <a:spcBef>
                <a:spcPts val="519"/>
              </a:spcBef>
              <a:buNone/>
              <a:tabLst>
                <a:tab algn="l" pos="0"/>
              </a:tabLst>
            </a:pPr>
            <a:r>
              <a:rPr b="0" lang="en-US" sz="2600" spc="-1" strike="noStrike">
                <a:solidFill>
                  <a:schemeClr val="accent5">
                    <a:lumMod val="50000"/>
                  </a:schemeClr>
                </a:solidFill>
                <a:latin typeface="Times New Roman"/>
              </a:rPr>
              <a:t>Type in or paste your text here</a:t>
            </a:r>
            <a:endParaRPr b="0" lang="en-US" sz="2600" spc="-1" strike="noStrike">
              <a:solidFill>
                <a:schemeClr val="dk1"/>
              </a:solidFill>
              <a:latin typeface="Calibri"/>
            </a:endParaRPr>
          </a:p>
        </p:txBody>
      </p:sp>
      <p:sp>
        <p:nvSpPr>
          <p:cNvPr id="100" name="PlaceHolder 4"/>
          <p:cNvSpPr>
            <a:spLocks noGrp="1"/>
          </p:cNvSpPr>
          <p:nvPr>
            <p:ph type="body"/>
          </p:nvPr>
        </p:nvSpPr>
        <p:spPr>
          <a:xfrm>
            <a:off x="942120" y="8148600"/>
            <a:ext cx="13572720" cy="19275480"/>
          </a:xfrm>
          <a:prstGeom prst="rect">
            <a:avLst/>
          </a:prstGeom>
          <a:noFill/>
          <a:ln w="0">
            <a:noFill/>
          </a:ln>
        </p:spPr>
        <p:txBody>
          <a:bodyPr lIns="91440" rIns="91440" tIns="91440" bIns="91440" anchor="ctr">
            <a:noAutofit/>
          </a:bodyPr>
          <a:p>
            <a:pPr indent="0" algn="ctr" defTabSz="4388760">
              <a:lnSpc>
                <a:spcPct val="100000"/>
              </a:lnSpc>
              <a:spcBef>
                <a:spcPts val="740"/>
              </a:spcBef>
              <a:buNone/>
              <a:tabLst>
                <a:tab algn="l" pos="0"/>
              </a:tabLst>
            </a:pPr>
            <a:r>
              <a:rPr b="1" lang="en-US" sz="3700" spc="-1" strike="noStrike" u="sng">
                <a:solidFill>
                  <a:schemeClr val="accent5">
                    <a:lumMod val="50000"/>
                  </a:schemeClr>
                </a:solidFill>
                <a:uFillTx/>
                <a:latin typeface="Calibri"/>
              </a:rPr>
              <a:t>(click to add)  OBJECTIVES</a:t>
            </a:r>
            <a:endParaRPr b="0" lang="en-US" sz="3700" spc="-1" strike="noStrike">
              <a:solidFill>
                <a:schemeClr val="dk1"/>
              </a:solidFill>
              <a:latin typeface="Calibri"/>
            </a:endParaRPr>
          </a:p>
        </p:txBody>
      </p:sp>
      <p:sp>
        <p:nvSpPr>
          <p:cNvPr id="101" name="PlaceHolder 5"/>
          <p:cNvSpPr>
            <a:spLocks noGrp="1"/>
          </p:cNvSpPr>
          <p:nvPr>
            <p:ph type="body"/>
          </p:nvPr>
        </p:nvSpPr>
        <p:spPr>
          <a:xfrm>
            <a:off x="15154200" y="21594960"/>
            <a:ext cx="13571280" cy="19549800"/>
          </a:xfrm>
          <a:prstGeom prst="rect">
            <a:avLst/>
          </a:prstGeom>
          <a:noFill/>
          <a:ln w="0">
            <a:noFill/>
          </a:ln>
        </p:spPr>
        <p:txBody>
          <a:bodyPr lIns="228600" rIns="228600" tIns="228600" bIns="228600" anchor="t">
            <a:noAutofit/>
          </a:bodyPr>
          <a:p>
            <a:pPr indent="0" defTabSz="4388760">
              <a:lnSpc>
                <a:spcPct val="100000"/>
              </a:lnSpc>
              <a:spcBef>
                <a:spcPts val="519"/>
              </a:spcBef>
              <a:buNone/>
              <a:tabLst>
                <a:tab algn="l" pos="0"/>
              </a:tabLst>
            </a:pPr>
            <a:r>
              <a:rPr b="0" lang="en-US" sz="2600" spc="-1" strike="noStrike">
                <a:solidFill>
                  <a:schemeClr val="accent5">
                    <a:lumMod val="50000"/>
                  </a:schemeClr>
                </a:solidFill>
                <a:latin typeface="Times New Roman"/>
              </a:rPr>
              <a:t>Type in or paste your text here</a:t>
            </a:r>
            <a:endParaRPr b="0" lang="en-US" sz="2600" spc="-1" strike="noStrike">
              <a:solidFill>
                <a:schemeClr val="dk1"/>
              </a:solidFill>
              <a:latin typeface="Calibri"/>
            </a:endParaRPr>
          </a:p>
        </p:txBody>
      </p:sp>
      <p:sp>
        <p:nvSpPr>
          <p:cNvPr id="102" name="PlaceHolder 6"/>
          <p:cNvSpPr>
            <a:spLocks noGrp="1"/>
          </p:cNvSpPr>
          <p:nvPr>
            <p:ph type="body"/>
          </p:nvPr>
        </p:nvSpPr>
        <p:spPr>
          <a:xfrm>
            <a:off x="15154200" y="11478960"/>
            <a:ext cx="13571280" cy="19275480"/>
          </a:xfrm>
          <a:prstGeom prst="rect">
            <a:avLst/>
          </a:prstGeom>
          <a:noFill/>
          <a:ln w="0">
            <a:noFill/>
          </a:ln>
        </p:spPr>
        <p:txBody>
          <a:bodyPr lIns="91440" rIns="91440" tIns="91440" bIns="91440" anchor="ctr">
            <a:noAutofit/>
          </a:bodyPr>
          <a:p>
            <a:pPr indent="0" algn="ctr" defTabSz="4388760">
              <a:lnSpc>
                <a:spcPct val="100000"/>
              </a:lnSpc>
              <a:spcBef>
                <a:spcPts val="740"/>
              </a:spcBef>
              <a:buNone/>
              <a:tabLst>
                <a:tab algn="l" pos="0"/>
              </a:tabLst>
            </a:pPr>
            <a:r>
              <a:rPr b="1" lang="en-US" sz="3700" spc="-1" strike="noStrike" u="sng">
                <a:solidFill>
                  <a:schemeClr val="accent5">
                    <a:lumMod val="50000"/>
                  </a:schemeClr>
                </a:solidFill>
                <a:uFillTx/>
                <a:latin typeface="Calibri"/>
              </a:rPr>
              <a:t>(click to add)  MATERIALS &amp; METHODS</a:t>
            </a:r>
            <a:endParaRPr b="0" lang="en-US" sz="3700" spc="-1" strike="noStrike">
              <a:solidFill>
                <a:schemeClr val="dk1"/>
              </a:solidFill>
              <a:latin typeface="Calibri"/>
            </a:endParaRPr>
          </a:p>
        </p:txBody>
      </p:sp>
      <p:sp>
        <p:nvSpPr>
          <p:cNvPr id="103" name="PlaceHolder 7"/>
          <p:cNvSpPr>
            <a:spLocks noGrp="1"/>
          </p:cNvSpPr>
          <p:nvPr>
            <p:ph type="body"/>
          </p:nvPr>
        </p:nvSpPr>
        <p:spPr>
          <a:xfrm>
            <a:off x="15162120" y="6295320"/>
            <a:ext cx="13571280" cy="19549800"/>
          </a:xfrm>
          <a:prstGeom prst="rect">
            <a:avLst/>
          </a:prstGeom>
          <a:noFill/>
          <a:ln w="0">
            <a:noFill/>
          </a:ln>
        </p:spPr>
        <p:txBody>
          <a:bodyPr lIns="228600" rIns="228600" tIns="228600" bIns="228600" anchor="t">
            <a:noAutofit/>
          </a:bodyPr>
          <a:p>
            <a:pPr indent="0" defTabSz="4388760">
              <a:lnSpc>
                <a:spcPct val="100000"/>
              </a:lnSpc>
              <a:spcBef>
                <a:spcPts val="519"/>
              </a:spcBef>
              <a:buNone/>
              <a:tabLst>
                <a:tab algn="l" pos="0"/>
              </a:tabLst>
            </a:pPr>
            <a:r>
              <a:rPr b="0" lang="en-US" sz="2600" spc="-1" strike="noStrike">
                <a:solidFill>
                  <a:schemeClr val="accent5">
                    <a:lumMod val="50000"/>
                  </a:schemeClr>
                </a:solidFill>
                <a:latin typeface="Times New Roman"/>
              </a:rPr>
              <a:t>Type in or paste your text here</a:t>
            </a:r>
            <a:endParaRPr b="0" lang="en-US" sz="2600" spc="-1" strike="noStrike">
              <a:solidFill>
                <a:schemeClr val="dk1"/>
              </a:solidFill>
              <a:latin typeface="Calibri"/>
            </a:endParaRPr>
          </a:p>
        </p:txBody>
      </p:sp>
      <p:sp>
        <p:nvSpPr>
          <p:cNvPr id="104" name="PlaceHolder 8"/>
          <p:cNvSpPr>
            <a:spLocks noGrp="1"/>
          </p:cNvSpPr>
          <p:nvPr>
            <p:ph type="body"/>
          </p:nvPr>
        </p:nvSpPr>
        <p:spPr>
          <a:xfrm>
            <a:off x="15154200" y="-3828600"/>
            <a:ext cx="13579200" cy="19275480"/>
          </a:xfrm>
          <a:prstGeom prst="rect">
            <a:avLst/>
          </a:prstGeom>
          <a:noFill/>
          <a:ln w="0">
            <a:noFill/>
          </a:ln>
        </p:spPr>
        <p:txBody>
          <a:bodyPr lIns="91440" rIns="91440" tIns="91440" bIns="91440" anchor="ctr">
            <a:noAutofit/>
          </a:bodyPr>
          <a:p>
            <a:pPr indent="0" algn="ctr" defTabSz="4388760">
              <a:lnSpc>
                <a:spcPct val="100000"/>
              </a:lnSpc>
              <a:spcBef>
                <a:spcPts val="740"/>
              </a:spcBef>
              <a:buNone/>
              <a:tabLst>
                <a:tab algn="l" pos="0"/>
              </a:tabLst>
            </a:pPr>
            <a:r>
              <a:rPr b="1" lang="en-US" sz="3700" spc="-1" strike="noStrike" u="sng">
                <a:solidFill>
                  <a:schemeClr val="accent5">
                    <a:lumMod val="50000"/>
                  </a:schemeClr>
                </a:solidFill>
                <a:uFillTx/>
                <a:latin typeface="Calibri"/>
              </a:rPr>
              <a:t>(click to add)  RESULTS</a:t>
            </a:r>
            <a:endParaRPr b="0" lang="en-US" sz="3700" spc="-1" strike="noStrike">
              <a:solidFill>
                <a:schemeClr val="dk1"/>
              </a:solidFill>
              <a:latin typeface="Calibri"/>
            </a:endParaRPr>
          </a:p>
        </p:txBody>
      </p:sp>
      <p:sp>
        <p:nvSpPr>
          <p:cNvPr id="105" name="PlaceHolder 9"/>
          <p:cNvSpPr>
            <a:spLocks noGrp="1"/>
          </p:cNvSpPr>
          <p:nvPr>
            <p:ph type="body"/>
          </p:nvPr>
        </p:nvSpPr>
        <p:spPr>
          <a:xfrm>
            <a:off x="29395800" y="-3828600"/>
            <a:ext cx="13575600" cy="19275480"/>
          </a:xfrm>
          <a:prstGeom prst="rect">
            <a:avLst/>
          </a:prstGeom>
          <a:noFill/>
          <a:ln w="0">
            <a:noFill/>
          </a:ln>
        </p:spPr>
        <p:txBody>
          <a:bodyPr lIns="91440" rIns="91440" tIns="91440" bIns="91440" anchor="ctr">
            <a:noAutofit/>
          </a:bodyPr>
          <a:p>
            <a:pPr indent="0" algn="ctr" defTabSz="4388760">
              <a:lnSpc>
                <a:spcPct val="100000"/>
              </a:lnSpc>
              <a:spcBef>
                <a:spcPts val="740"/>
              </a:spcBef>
              <a:buNone/>
              <a:tabLst>
                <a:tab algn="l" pos="0"/>
              </a:tabLst>
            </a:pPr>
            <a:r>
              <a:rPr b="1" lang="en-US" sz="3700" spc="-1" strike="noStrike" u="sng">
                <a:solidFill>
                  <a:schemeClr val="accent5">
                    <a:lumMod val="50000"/>
                  </a:schemeClr>
                </a:solidFill>
                <a:uFillTx/>
                <a:latin typeface="Calibri"/>
              </a:rPr>
              <a:t>(click to add)  CONCLUSIONS</a:t>
            </a:r>
            <a:endParaRPr b="0" lang="en-US" sz="3700" spc="-1" strike="noStrike">
              <a:solidFill>
                <a:schemeClr val="dk1"/>
              </a:solidFill>
              <a:latin typeface="Calibri"/>
            </a:endParaRPr>
          </a:p>
        </p:txBody>
      </p:sp>
      <p:sp>
        <p:nvSpPr>
          <p:cNvPr id="106" name="PlaceHolder 10"/>
          <p:cNvSpPr>
            <a:spLocks noGrp="1"/>
          </p:cNvSpPr>
          <p:nvPr>
            <p:ph type="body"/>
          </p:nvPr>
        </p:nvSpPr>
        <p:spPr>
          <a:xfrm>
            <a:off x="29395800" y="6295320"/>
            <a:ext cx="13575600" cy="19549800"/>
          </a:xfrm>
          <a:prstGeom prst="rect">
            <a:avLst/>
          </a:prstGeom>
          <a:noFill/>
          <a:ln w="0">
            <a:noFill/>
          </a:ln>
        </p:spPr>
        <p:txBody>
          <a:bodyPr lIns="228600" rIns="228600" tIns="228600" bIns="228600" anchor="t">
            <a:noAutofit/>
          </a:bodyPr>
          <a:p>
            <a:pPr indent="0" defTabSz="4388760">
              <a:lnSpc>
                <a:spcPct val="100000"/>
              </a:lnSpc>
              <a:spcBef>
                <a:spcPts val="519"/>
              </a:spcBef>
              <a:buNone/>
              <a:tabLst>
                <a:tab algn="l" pos="0"/>
              </a:tabLst>
            </a:pPr>
            <a:r>
              <a:rPr b="0" lang="en-US" sz="2600" spc="-1" strike="noStrike">
                <a:solidFill>
                  <a:schemeClr val="accent5">
                    <a:lumMod val="50000"/>
                  </a:schemeClr>
                </a:solidFill>
                <a:latin typeface="Times New Roman"/>
              </a:rPr>
              <a:t>Type in or paste your text here</a:t>
            </a:r>
            <a:endParaRPr b="0" lang="en-US" sz="2600" spc="-1" strike="noStrike">
              <a:solidFill>
                <a:schemeClr val="dk1"/>
              </a:solidFill>
              <a:latin typeface="Calibri"/>
            </a:endParaRPr>
          </a:p>
        </p:txBody>
      </p:sp>
      <p:sp>
        <p:nvSpPr>
          <p:cNvPr id="107" name="PlaceHolder 11"/>
          <p:cNvSpPr>
            <a:spLocks noGrp="1"/>
          </p:cNvSpPr>
          <p:nvPr>
            <p:ph type="body"/>
          </p:nvPr>
        </p:nvSpPr>
        <p:spPr>
          <a:xfrm>
            <a:off x="29395800" y="8116560"/>
            <a:ext cx="13575600" cy="19275480"/>
          </a:xfrm>
          <a:prstGeom prst="rect">
            <a:avLst/>
          </a:prstGeom>
          <a:noFill/>
          <a:ln w="0">
            <a:noFill/>
          </a:ln>
        </p:spPr>
        <p:txBody>
          <a:bodyPr lIns="91440" rIns="91440" tIns="91440" bIns="91440" anchor="ctr">
            <a:noAutofit/>
          </a:bodyPr>
          <a:p>
            <a:pPr indent="0" algn="ctr" defTabSz="4388760">
              <a:lnSpc>
                <a:spcPct val="100000"/>
              </a:lnSpc>
              <a:spcBef>
                <a:spcPts val="740"/>
              </a:spcBef>
              <a:buNone/>
              <a:tabLst>
                <a:tab algn="l" pos="0"/>
              </a:tabLst>
            </a:pPr>
            <a:r>
              <a:rPr b="1" lang="en-US" sz="3700" spc="-1" strike="noStrike" u="sng">
                <a:solidFill>
                  <a:schemeClr val="accent5">
                    <a:lumMod val="50000"/>
                  </a:schemeClr>
                </a:solidFill>
                <a:uFillTx/>
                <a:latin typeface="Calibri"/>
              </a:rPr>
              <a:t>(click to add)  REFERENCES</a:t>
            </a:r>
            <a:endParaRPr b="0" lang="en-US" sz="3700" spc="-1" strike="noStrike">
              <a:solidFill>
                <a:schemeClr val="dk1"/>
              </a:solidFill>
              <a:latin typeface="Calibri"/>
            </a:endParaRPr>
          </a:p>
        </p:txBody>
      </p:sp>
      <p:sp>
        <p:nvSpPr>
          <p:cNvPr id="108" name="PlaceHolder 12"/>
          <p:cNvSpPr>
            <a:spLocks noGrp="1"/>
          </p:cNvSpPr>
          <p:nvPr>
            <p:ph type="body"/>
          </p:nvPr>
        </p:nvSpPr>
        <p:spPr>
          <a:xfrm>
            <a:off x="29390760" y="18157320"/>
            <a:ext cx="13580640" cy="19549800"/>
          </a:xfrm>
          <a:prstGeom prst="rect">
            <a:avLst/>
          </a:prstGeom>
          <a:noFill/>
          <a:ln w="0">
            <a:noFill/>
          </a:ln>
        </p:spPr>
        <p:txBody>
          <a:bodyPr lIns="228600" rIns="228600" tIns="228600" bIns="228600" anchor="t">
            <a:noAutofit/>
          </a:bodyPr>
          <a:p>
            <a:pPr indent="0" defTabSz="4388760">
              <a:lnSpc>
                <a:spcPct val="100000"/>
              </a:lnSpc>
              <a:spcBef>
                <a:spcPts val="519"/>
              </a:spcBef>
              <a:buNone/>
              <a:tabLst>
                <a:tab algn="l" pos="0"/>
              </a:tabLst>
            </a:pPr>
            <a:r>
              <a:rPr b="0" lang="en-US" sz="2600" spc="-1" strike="noStrike">
                <a:solidFill>
                  <a:schemeClr val="accent5">
                    <a:lumMod val="50000"/>
                  </a:schemeClr>
                </a:solidFill>
                <a:latin typeface="Times New Roman"/>
              </a:rPr>
              <a:t>Type in or paste your text here</a:t>
            </a:r>
            <a:endParaRPr b="0" lang="en-US" sz="2600" spc="-1" strike="noStrike">
              <a:solidFill>
                <a:schemeClr val="dk1"/>
              </a:solidFill>
              <a:latin typeface="Calibri"/>
            </a:endParaRPr>
          </a:p>
        </p:txBody>
      </p:sp>
      <p:sp>
        <p:nvSpPr>
          <p:cNvPr id="109" name="PlaceHolder 13"/>
          <p:cNvSpPr>
            <a:spLocks noGrp="1"/>
          </p:cNvSpPr>
          <p:nvPr>
            <p:ph type="body"/>
          </p:nvPr>
        </p:nvSpPr>
        <p:spPr>
          <a:xfrm>
            <a:off x="29395800" y="16584840"/>
            <a:ext cx="13575600" cy="19275480"/>
          </a:xfrm>
          <a:prstGeom prst="rect">
            <a:avLst/>
          </a:prstGeom>
          <a:noFill/>
          <a:ln w="0">
            <a:noFill/>
          </a:ln>
        </p:spPr>
        <p:txBody>
          <a:bodyPr lIns="91440" rIns="91440" tIns="91440" bIns="91440" anchor="ctr">
            <a:noAutofit/>
          </a:bodyPr>
          <a:p>
            <a:pPr indent="0" algn="ctr" defTabSz="4388760">
              <a:lnSpc>
                <a:spcPct val="100000"/>
              </a:lnSpc>
              <a:spcBef>
                <a:spcPts val="740"/>
              </a:spcBef>
              <a:buNone/>
              <a:tabLst>
                <a:tab algn="l" pos="0"/>
              </a:tabLst>
            </a:pPr>
            <a:r>
              <a:rPr b="1" lang="en-US" sz="3700" spc="-1" strike="noStrike" u="sng">
                <a:solidFill>
                  <a:schemeClr val="accent5">
                    <a:lumMod val="50000"/>
                  </a:schemeClr>
                </a:solidFill>
                <a:uFillTx/>
                <a:latin typeface="Calibri"/>
              </a:rPr>
              <a:t>(click to add)  ACKNOWLEDGEMENTS  or  CONTACT</a:t>
            </a:r>
            <a:endParaRPr b="0" lang="en-US" sz="3700" spc="-1" strike="noStrike">
              <a:solidFill>
                <a:schemeClr val="dk1"/>
              </a:solidFill>
              <a:latin typeface="Calibri"/>
            </a:endParaRPr>
          </a:p>
        </p:txBody>
      </p:sp>
      <p:sp>
        <p:nvSpPr>
          <p:cNvPr id="110" name="PlaceHolder 14"/>
          <p:cNvSpPr>
            <a:spLocks noGrp="1"/>
          </p:cNvSpPr>
          <p:nvPr>
            <p:ph type="body"/>
          </p:nvPr>
        </p:nvSpPr>
        <p:spPr>
          <a:xfrm>
            <a:off x="29395800" y="26625960"/>
            <a:ext cx="13580640" cy="19549800"/>
          </a:xfrm>
          <a:prstGeom prst="rect">
            <a:avLst/>
          </a:prstGeom>
          <a:noFill/>
          <a:ln w="0">
            <a:noFill/>
          </a:ln>
        </p:spPr>
        <p:txBody>
          <a:bodyPr lIns="228600" rIns="228600" tIns="228600" bIns="228600" anchor="t">
            <a:noAutofit/>
          </a:bodyPr>
          <a:p>
            <a:pPr indent="0" defTabSz="4388760">
              <a:lnSpc>
                <a:spcPct val="100000"/>
              </a:lnSpc>
              <a:spcBef>
                <a:spcPts val="519"/>
              </a:spcBef>
              <a:buNone/>
              <a:tabLst>
                <a:tab algn="l" pos="0"/>
              </a:tabLst>
            </a:pPr>
            <a:r>
              <a:rPr b="0" lang="en-US" sz="2600" spc="-1" strike="noStrike">
                <a:solidFill>
                  <a:schemeClr val="accent5">
                    <a:lumMod val="50000"/>
                  </a:schemeClr>
                </a:solidFill>
                <a:latin typeface="Times New Roman"/>
              </a:rPr>
              <a:t>Type in or paste your text here</a:t>
            </a:r>
            <a:endParaRPr b="0" lang="en-US" sz="2600" spc="-1" strike="noStrike">
              <a:solidFill>
                <a:schemeClr val="dk1"/>
              </a:solidFill>
              <a:latin typeface="Calibri"/>
            </a:endParaRPr>
          </a:p>
        </p:txBody>
      </p:sp>
      <p:sp>
        <p:nvSpPr>
          <p:cNvPr id="111" name="PlaceHolder 15"/>
          <p:cNvSpPr>
            <a:spLocks noGrp="1"/>
          </p:cNvSpPr>
          <p:nvPr>
            <p:ph type="body"/>
          </p:nvPr>
        </p:nvSpPr>
        <p:spPr>
          <a:xfrm>
            <a:off x="5932440" y="3384000"/>
            <a:ext cx="31998600" cy="1279800"/>
          </a:xfrm>
          <a:prstGeom prst="rect">
            <a:avLst/>
          </a:prstGeom>
          <a:noFill/>
          <a:ln w="0">
            <a:noFill/>
          </a:ln>
        </p:spPr>
        <p:txBody>
          <a:bodyPr lIns="90000" rIns="90000" tIns="45000" bIns="45000" anchor="t">
            <a:normAutofit/>
          </a:bodyPr>
          <a:p>
            <a:pPr indent="0" algn="ctr" defTabSz="4388760">
              <a:lnSpc>
                <a:spcPct val="100000"/>
              </a:lnSpc>
              <a:spcBef>
                <a:spcPts val="1199"/>
              </a:spcBef>
              <a:buNone/>
              <a:tabLst>
                <a:tab algn="l" pos="0"/>
              </a:tabLst>
            </a:pPr>
            <a:r>
              <a:rPr b="0" lang="en-US" sz="6000" spc="-1" strike="noStrike">
                <a:solidFill>
                  <a:schemeClr val="lt1"/>
                </a:solidFill>
                <a:latin typeface="Calibri"/>
              </a:rPr>
              <a:t>Click here to add affiliations</a:t>
            </a:r>
            <a:endParaRPr b="0" lang="en-US" sz="6000" spc="-1" strike="noStrike">
              <a:solidFill>
                <a:schemeClr val="dk1"/>
              </a:solidFill>
              <a:latin typeface="Calibri"/>
            </a:endParaRPr>
          </a:p>
        </p:txBody>
      </p:sp>
      <p:sp>
        <p:nvSpPr>
          <p:cNvPr id="112" name="PlaceHolder 16"/>
          <p:cNvSpPr>
            <a:spLocks noGrp="1"/>
          </p:cNvSpPr>
          <p:nvPr>
            <p:ph type="body"/>
          </p:nvPr>
        </p:nvSpPr>
        <p:spPr>
          <a:xfrm>
            <a:off x="5932440" y="2103840"/>
            <a:ext cx="31998600" cy="1279800"/>
          </a:xfrm>
          <a:prstGeom prst="rect">
            <a:avLst/>
          </a:prstGeom>
          <a:noFill/>
          <a:ln w="0">
            <a:noFill/>
          </a:ln>
        </p:spPr>
        <p:txBody>
          <a:bodyPr lIns="90000" rIns="90000" tIns="45000" bIns="45000" anchor="t" anchorCtr="1">
            <a:normAutofit fontScale="89671"/>
          </a:bodyPr>
          <a:p>
            <a:pPr indent="0" algn="ctr" defTabSz="4388760">
              <a:lnSpc>
                <a:spcPct val="100000"/>
              </a:lnSpc>
              <a:spcBef>
                <a:spcPts val="1760"/>
              </a:spcBef>
              <a:buNone/>
              <a:tabLst>
                <a:tab algn="l" pos="0"/>
              </a:tabLst>
            </a:pPr>
            <a:r>
              <a:rPr b="0" lang="en-US" sz="8800" spc="-1" strike="noStrike">
                <a:solidFill>
                  <a:schemeClr val="lt1"/>
                </a:solidFill>
                <a:latin typeface="Calibri"/>
              </a:rPr>
              <a:t>Click here to add authors</a:t>
            </a:r>
            <a:endParaRPr b="0" lang="en-US" sz="8800" spc="-1" strike="noStrike">
              <a:solidFill>
                <a:schemeClr val="dk1"/>
              </a:solidFill>
              <a:latin typeface="Calibri"/>
            </a:endParaRPr>
          </a:p>
        </p:txBody>
      </p:sp>
      <p:sp>
        <p:nvSpPr>
          <p:cNvPr id="113" name="PlaceHolder 17"/>
          <p:cNvSpPr>
            <a:spLocks noGrp="1"/>
          </p:cNvSpPr>
          <p:nvPr>
            <p:ph type="body"/>
          </p:nvPr>
        </p:nvSpPr>
        <p:spPr>
          <a:xfrm>
            <a:off x="5932440" y="465840"/>
            <a:ext cx="31998600" cy="1637640"/>
          </a:xfrm>
          <a:prstGeom prst="rect">
            <a:avLst/>
          </a:prstGeom>
          <a:noFill/>
          <a:ln w="0">
            <a:noFill/>
          </a:ln>
        </p:spPr>
        <p:txBody>
          <a:bodyPr lIns="90000" rIns="90000" tIns="45000" bIns="45000" anchor="t" anchorCtr="1">
            <a:normAutofit fontScale="89042"/>
          </a:bodyPr>
          <a:p>
            <a:pPr indent="0" algn="ctr" defTabSz="4388760">
              <a:lnSpc>
                <a:spcPct val="100000"/>
              </a:lnSpc>
              <a:spcBef>
                <a:spcPts val="2299"/>
              </a:spcBef>
              <a:buNone/>
              <a:tabLst>
                <a:tab algn="l" pos="0"/>
              </a:tabLst>
            </a:pPr>
            <a:r>
              <a:rPr b="0" lang="en-US" sz="11500" spc="-1" strike="noStrike">
                <a:solidFill>
                  <a:schemeClr val="lt1"/>
                </a:solidFill>
                <a:latin typeface="Calibri"/>
              </a:rPr>
              <a:t>Click here to add title</a:t>
            </a:r>
            <a:endParaRPr b="0" lang="en-US" sz="1150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51" r:id="rId17"/>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gradFill rotWithShape="0">
          <a:gsLst>
            <a:gs pos="0">
              <a:srgbClr val="2c3f71"/>
            </a:gs>
            <a:gs pos="34000">
              <a:srgbClr val="b4bcca"/>
            </a:gs>
            <a:gs pos="100000">
              <a:srgbClr val="e3e8f4"/>
            </a:gs>
          </a:gsLst>
          <a:lin ang="16200000"/>
        </a:gradFill>
      </p:bgPr>
    </p:bg>
    <p:spTree>
      <p:nvGrpSpPr>
        <p:cNvPr id="1" name=""/>
        <p:cNvGrpSpPr/>
        <p:nvPr/>
      </p:nvGrpSpPr>
      <p:grpSpPr>
        <a:xfrm>
          <a:off x="0" y="0"/>
          <a:ext cx="0" cy="0"/>
          <a:chOff x="0" y="0"/>
          <a:chExt cx="0" cy="0"/>
        </a:xfrm>
      </p:grpSpPr>
      <p:sp>
        <p:nvSpPr>
          <p:cNvPr id="114" name="Rectangle 36"/>
          <p:cNvSpPr/>
          <p:nvPr/>
        </p:nvSpPr>
        <p:spPr>
          <a:xfrm>
            <a:off x="0" y="0"/>
            <a:ext cx="43890840" cy="4800240"/>
          </a:xfrm>
          <a:prstGeom prst="rect">
            <a:avLst/>
          </a:prstGeom>
          <a:solidFill>
            <a:schemeClr val="accent5">
              <a:lumMod val="75000"/>
            </a:schemeClr>
          </a:solidFill>
          <a:ln w="9525">
            <a:solidFill>
              <a:srgbClr val="000000"/>
            </a:solidFill>
            <a:miter/>
          </a:ln>
        </p:spPr>
        <p:style>
          <a:lnRef idx="0"/>
          <a:fillRef idx="0"/>
          <a:effectRef idx="0"/>
          <a:fontRef idx="minor"/>
        </p:style>
        <p:txBody>
          <a:bodyPr wrap="none" anchor="ctr">
            <a:noAutofit/>
          </a:bodyPr>
          <a:p>
            <a:pPr defTabSz="4388760">
              <a:lnSpc>
                <a:spcPct val="100000"/>
              </a:lnSpc>
            </a:pPr>
            <a:endParaRPr b="0" lang="en-US" sz="8600" spc="-1" strike="noStrike">
              <a:solidFill>
                <a:schemeClr val="dk1"/>
              </a:solidFill>
              <a:latin typeface="Calibri"/>
            </a:endParaRPr>
          </a:p>
        </p:txBody>
      </p:sp>
      <p:sp>
        <p:nvSpPr>
          <p:cNvPr id="115" name="Rectangle 9"/>
          <p:cNvSpPr/>
          <p:nvPr/>
        </p:nvSpPr>
        <p:spPr>
          <a:xfrm>
            <a:off x="0" y="4805280"/>
            <a:ext cx="43890840" cy="151920"/>
          </a:xfrm>
          <a:prstGeom prst="rect">
            <a:avLst/>
          </a:prstGeom>
          <a:solidFill>
            <a:schemeClr val="accent5">
              <a:lumMod val="50000"/>
            </a:schemeClr>
          </a:solidFill>
          <a:ln w="152400">
            <a:noFill/>
          </a:ln>
        </p:spPr>
        <p:style>
          <a:lnRef idx="0"/>
          <a:fillRef idx="0"/>
          <a:effectRef idx="0"/>
          <a:fontRef idx="minor"/>
        </p:style>
        <p:txBody>
          <a:bodyPr wrap="none" anchor="ctr">
            <a:noAutofit/>
          </a:bodyPr>
          <a:p>
            <a:pPr defTabSz="4388760">
              <a:lnSpc>
                <a:spcPct val="100000"/>
              </a:lnSpc>
            </a:pPr>
            <a:endParaRPr b="0" lang="en-US" sz="8600" spc="-1" strike="noStrike">
              <a:solidFill>
                <a:schemeClr val="dk1"/>
              </a:solidFill>
              <a:latin typeface="Calibri"/>
            </a:endParaRPr>
          </a:p>
        </p:txBody>
      </p:sp>
      <p:sp>
        <p:nvSpPr>
          <p:cNvPr id="116" name="Rounded Rectangle 20"/>
          <p:cNvSpPr/>
          <p:nvPr/>
        </p:nvSpPr>
        <p:spPr>
          <a:xfrm>
            <a:off x="922320" y="5257800"/>
            <a:ext cx="10050120" cy="26736480"/>
          </a:xfrm>
          <a:prstGeom prst="roundRect">
            <a:avLst>
              <a:gd name="adj" fmla="val 5862"/>
            </a:avLst>
          </a:prstGeom>
          <a:gradFill rotWithShape="0">
            <a:gsLst>
              <a:gs pos="0">
                <a:srgbClr val="cdd2de"/>
              </a:gs>
              <a:gs pos="0">
                <a:srgbClr val="b4bcca"/>
              </a:gs>
              <a:gs pos="100000">
                <a:srgbClr val="f3f5fa"/>
              </a:gs>
            </a:gsLst>
            <a:lin ang="16200000"/>
          </a:gradFill>
          <a:ln>
            <a:solidFill>
              <a:srgbClr val="738ac8">
                <a:lumMod val="50000"/>
                <a:alpha val="58000"/>
              </a:srgbClr>
            </a:solidFill>
            <a:round/>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4388760">
              <a:lnSpc>
                <a:spcPct val="100000"/>
              </a:lnSpc>
            </a:pPr>
            <a:endParaRPr b="0" lang="en-US" sz="8600" spc="-1" strike="noStrike">
              <a:solidFill>
                <a:schemeClr val="lt1"/>
              </a:solidFill>
              <a:latin typeface="Calibri"/>
            </a:endParaRPr>
          </a:p>
        </p:txBody>
      </p:sp>
      <p:sp>
        <p:nvSpPr>
          <p:cNvPr id="117" name="Rounded Rectangle 21"/>
          <p:cNvSpPr/>
          <p:nvPr/>
        </p:nvSpPr>
        <p:spPr>
          <a:xfrm>
            <a:off x="32918400" y="5257800"/>
            <a:ext cx="10050120" cy="26736480"/>
          </a:xfrm>
          <a:prstGeom prst="roundRect">
            <a:avLst>
              <a:gd name="adj" fmla="val 5862"/>
            </a:avLst>
          </a:prstGeom>
          <a:gradFill rotWithShape="0">
            <a:gsLst>
              <a:gs pos="0">
                <a:srgbClr val="cdd2de"/>
              </a:gs>
              <a:gs pos="0">
                <a:srgbClr val="b4bcca"/>
              </a:gs>
              <a:gs pos="100000">
                <a:srgbClr val="f3f5fa"/>
              </a:gs>
            </a:gsLst>
            <a:lin ang="16200000"/>
          </a:gradFill>
          <a:ln>
            <a:solidFill>
              <a:srgbClr val="738ac8">
                <a:lumMod val="50000"/>
                <a:alpha val="58000"/>
              </a:srgbClr>
            </a:solidFill>
            <a:round/>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4388760">
              <a:lnSpc>
                <a:spcPct val="100000"/>
              </a:lnSpc>
            </a:pPr>
            <a:endParaRPr b="0" lang="en-US" sz="8600" spc="-1" strike="noStrike">
              <a:solidFill>
                <a:schemeClr val="lt1"/>
              </a:solidFill>
              <a:latin typeface="Calibri"/>
            </a:endParaRPr>
          </a:p>
        </p:txBody>
      </p:sp>
      <p:sp>
        <p:nvSpPr>
          <p:cNvPr id="118" name="Rounded Rectangle 22"/>
          <p:cNvSpPr/>
          <p:nvPr/>
        </p:nvSpPr>
        <p:spPr>
          <a:xfrm>
            <a:off x="11583360" y="5267160"/>
            <a:ext cx="20724480" cy="26736480"/>
          </a:xfrm>
          <a:prstGeom prst="roundRect">
            <a:avLst>
              <a:gd name="adj" fmla="val 2853"/>
            </a:avLst>
          </a:prstGeom>
          <a:gradFill rotWithShape="0">
            <a:gsLst>
              <a:gs pos="0">
                <a:srgbClr val="cdd2de"/>
              </a:gs>
              <a:gs pos="0">
                <a:srgbClr val="b4bcca"/>
              </a:gs>
              <a:gs pos="100000">
                <a:srgbClr val="f3f5fa"/>
              </a:gs>
            </a:gsLst>
            <a:lin ang="16200000"/>
          </a:gradFill>
          <a:ln>
            <a:solidFill>
              <a:srgbClr val="738ac8">
                <a:lumMod val="50000"/>
                <a:alpha val="58000"/>
              </a:srgbClr>
            </a:solidFill>
            <a:round/>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4388760">
              <a:lnSpc>
                <a:spcPct val="100000"/>
              </a:lnSpc>
            </a:pPr>
            <a:endParaRPr b="0" lang="en-US" sz="8600" spc="-1" strike="noStrike">
              <a:solidFill>
                <a:schemeClr val="lt1"/>
              </a:solidFill>
              <a:latin typeface="Calibri"/>
            </a:endParaRPr>
          </a:p>
        </p:txBody>
      </p:sp>
      <p:grpSp>
        <p:nvGrpSpPr>
          <p:cNvPr id="119" name="Group 42"/>
          <p:cNvGrpSpPr/>
          <p:nvPr/>
        </p:nvGrpSpPr>
        <p:grpSpPr>
          <a:xfrm>
            <a:off x="44157960" y="-55080"/>
            <a:ext cx="11061720" cy="32973120"/>
            <a:chOff x="44157960" y="-55080"/>
            <a:chExt cx="11061720" cy="32973120"/>
          </a:xfrm>
        </p:grpSpPr>
        <p:sp>
          <p:nvSpPr>
            <p:cNvPr id="120" name="Rectangle 43"/>
            <p:cNvSpPr/>
            <p:nvPr/>
          </p:nvSpPr>
          <p:spPr>
            <a:xfrm>
              <a:off x="44157960" y="-55080"/>
              <a:ext cx="11061720" cy="32973120"/>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p:style>
          <p:txBody>
            <a:bodyPr lIns="457200" rIns="457200" tIns="457200" bIns="0" anchor="t">
              <a:noAutofit/>
            </a:bodyPr>
            <a:p>
              <a:pPr algn="ctr" defTabSz="4388760">
                <a:lnSpc>
                  <a:spcPct val="100000"/>
                </a:lnSpc>
              </a:pPr>
              <a:r>
                <a:rPr b="1" lang="en-US" sz="4000" spc="599" strike="noStrike">
                  <a:solidFill>
                    <a:schemeClr val="lt1"/>
                  </a:solidFill>
                  <a:latin typeface="Trebuchet MS"/>
                </a:rPr>
                <a:t>QUICK START (cont.)</a:t>
              </a:r>
              <a:endParaRPr b="0" lang="en-US" sz="4000" spc="-1" strike="noStrike">
                <a:solidFill>
                  <a:srgbClr val="ffffff"/>
                </a:solidFill>
                <a:latin typeface="Arial"/>
              </a:endParaRPr>
            </a:p>
            <a:p>
              <a:pPr algn="ctr" defTabSz="4388760">
                <a:lnSpc>
                  <a:spcPct val="100000"/>
                </a:lnSpc>
              </a:pPr>
              <a:endParaRPr b="0" lang="en-US" sz="3600" spc="-1" strike="noStrike">
                <a:solidFill>
                  <a:srgbClr val="ffffff"/>
                </a:solidFill>
                <a:latin typeface="Arial"/>
              </a:endParaRPr>
            </a:p>
            <a:p>
              <a:pPr algn="ctr" defTabSz="4388760">
                <a:lnSpc>
                  <a:spcPct val="100000"/>
                </a:lnSpc>
              </a:pPr>
              <a:r>
                <a:rPr b="1" lang="en-US" sz="3200" spc="-1" strike="noStrike">
                  <a:solidFill>
                    <a:srgbClr val="ffc000"/>
                  </a:solidFill>
                  <a:latin typeface="Trebuchet MS"/>
                </a:rPr>
                <a:t>How to change the template color theme</a:t>
              </a:r>
              <a:endParaRPr b="0" lang="en-US" sz="3200" spc="-1" strike="noStrike">
                <a:solidFill>
                  <a:srgbClr val="ffffff"/>
                </a:solidFill>
                <a:latin typeface="Arial"/>
              </a:endParaRPr>
            </a:p>
            <a:p>
              <a:pPr defTabSz="114480">
                <a:lnSpc>
                  <a:spcPct val="100000"/>
                </a:lnSpc>
                <a:tabLst>
                  <a:tab algn="l" pos="0"/>
                </a:tabLst>
              </a:pPr>
              <a:r>
                <a:rPr b="0" lang="en-US" sz="2400" spc="-1" strike="noStrike">
                  <a:solidFill>
                    <a:schemeClr val="lt1">
                      <a:lumMod val="75000"/>
                    </a:schemeClr>
                  </a:solidFill>
                  <a:latin typeface="Trebuchet MS"/>
                </a:rPr>
                <a:t>You can easily change the color theme of your poster by going to the DESIGN menu, click on COLORS, and choose the color theme of your choice. You can also create your own color theme.</a:t>
              </a:r>
              <a:endParaRPr b="0" lang="en-US" sz="2400" spc="-1" strike="noStrike">
                <a:solidFill>
                  <a:srgbClr val="ffffff"/>
                </a:solidFill>
                <a:latin typeface="Arial"/>
              </a:endParaRPr>
            </a:p>
            <a:p>
              <a:pPr defTabSz="114480">
                <a:lnSpc>
                  <a:spcPct val="100000"/>
                </a:lnSpc>
                <a:tabLst>
                  <a:tab algn="l" pos="0"/>
                </a:tabLst>
              </a:pPr>
              <a:endParaRPr b="0" lang="en-US" sz="2400" spc="-1" strike="noStrike">
                <a:solidFill>
                  <a:srgbClr val="ffffff"/>
                </a:solidFill>
                <a:latin typeface="Arial"/>
              </a:endParaRPr>
            </a:p>
            <a:p>
              <a:pPr defTabSz="114480">
                <a:lnSpc>
                  <a:spcPct val="100000"/>
                </a:lnSpc>
                <a:tabLst>
                  <a:tab algn="l" pos="0"/>
                </a:tabLst>
              </a:pPr>
              <a:endParaRPr b="0" lang="en-US" sz="2400" spc="-1" strike="noStrike">
                <a:solidFill>
                  <a:srgbClr val="ffffff"/>
                </a:solidFill>
                <a:latin typeface="Arial"/>
              </a:endParaRPr>
            </a:p>
            <a:p>
              <a:pPr defTabSz="114480">
                <a:lnSpc>
                  <a:spcPct val="100000"/>
                </a:lnSpc>
                <a:tabLst>
                  <a:tab algn="l" pos="0"/>
                </a:tabLst>
              </a:pPr>
              <a:endParaRPr b="0" lang="en-US" sz="2400" spc="-1" strike="noStrike">
                <a:solidFill>
                  <a:srgbClr val="ffffff"/>
                </a:solidFill>
                <a:latin typeface="Arial"/>
              </a:endParaRPr>
            </a:p>
            <a:p>
              <a:pPr defTabSz="114480">
                <a:lnSpc>
                  <a:spcPct val="100000"/>
                </a:lnSpc>
                <a:tabLst>
                  <a:tab algn="l" pos="0"/>
                </a:tabLst>
              </a:pPr>
              <a:endParaRPr b="0" lang="en-US" sz="2400" spc="-1" strike="noStrike">
                <a:solidFill>
                  <a:srgbClr val="ffffff"/>
                </a:solidFill>
                <a:latin typeface="Arial"/>
              </a:endParaRPr>
            </a:p>
            <a:p>
              <a:pPr defTabSz="114480">
                <a:lnSpc>
                  <a:spcPct val="100000"/>
                </a:lnSpc>
                <a:tabLst>
                  <a:tab algn="l" pos="0"/>
                </a:tabLst>
              </a:pPr>
              <a:endParaRPr b="0" lang="en-US" sz="2400" spc="-1" strike="noStrike">
                <a:solidFill>
                  <a:srgbClr val="ffffff"/>
                </a:solidFill>
                <a:latin typeface="Arial"/>
              </a:endParaRPr>
            </a:p>
            <a:p>
              <a:pPr defTabSz="114480">
                <a:lnSpc>
                  <a:spcPct val="100000"/>
                </a:lnSpc>
                <a:tabLst>
                  <a:tab algn="l" pos="0"/>
                </a:tabLst>
              </a:pPr>
              <a:endParaRPr b="0" lang="en-US" sz="2400" spc="-1" strike="noStrike">
                <a:solidFill>
                  <a:srgbClr val="ffffff"/>
                </a:solidFill>
                <a:latin typeface="Arial"/>
              </a:endParaRPr>
            </a:p>
            <a:p>
              <a:pPr defTabSz="114480">
                <a:lnSpc>
                  <a:spcPct val="100000"/>
                </a:lnSpc>
                <a:tabLst>
                  <a:tab algn="l" pos="0"/>
                </a:tabLst>
              </a:pPr>
              <a:endParaRPr b="0" lang="en-US" sz="2400" spc="-1" strike="noStrike">
                <a:solidFill>
                  <a:srgbClr val="ffffff"/>
                </a:solidFill>
                <a:latin typeface="Arial"/>
              </a:endParaRPr>
            </a:p>
            <a:p>
              <a:pPr defTabSz="114480">
                <a:lnSpc>
                  <a:spcPct val="100000"/>
                </a:lnSpc>
                <a:tabLst>
                  <a:tab algn="l" pos="0"/>
                </a:tabLst>
              </a:pPr>
              <a:r>
                <a:rPr b="0" lang="en-US" sz="2400" spc="-1" strike="noStrike">
                  <a:solidFill>
                    <a:schemeClr val="lt1">
                      <a:lumMod val="75000"/>
                    </a:schemeClr>
                  </a:solidFill>
                  <a:latin typeface="Trebuchet MS"/>
                </a:rPr>
                <a:t>You can also manually change the color of your background by going to VIEW &gt; SLIDE MASTER.  After you finish working on the master be sure to go to VIEW &gt; NORMAL to continue working on your poster.</a:t>
              </a:r>
              <a:endParaRPr b="0" lang="en-US" sz="2400" spc="-1" strike="noStrike">
                <a:solidFill>
                  <a:srgbClr val="ffffff"/>
                </a:solidFill>
                <a:latin typeface="Arial"/>
              </a:endParaRPr>
            </a:p>
            <a:p>
              <a:pPr defTabSz="114480">
                <a:lnSpc>
                  <a:spcPct val="100000"/>
                </a:lnSpc>
                <a:tabLst>
                  <a:tab algn="l" pos="0"/>
                </a:tabLst>
              </a:pPr>
              <a:endParaRPr b="0" lang="en-US" sz="2400" spc="-1" strike="noStrike">
                <a:solidFill>
                  <a:srgbClr val="ffffff"/>
                </a:solidFill>
                <a:latin typeface="Arial"/>
              </a:endParaRPr>
            </a:p>
            <a:p>
              <a:pPr algn="ctr" defTabSz="4388760">
                <a:lnSpc>
                  <a:spcPct val="100000"/>
                </a:lnSpc>
                <a:tabLst>
                  <a:tab algn="l" pos="0"/>
                </a:tabLst>
              </a:pPr>
              <a:r>
                <a:rPr b="1" lang="en-US" sz="3200" spc="-1" strike="noStrike">
                  <a:solidFill>
                    <a:srgbClr val="ffc000"/>
                  </a:solidFill>
                  <a:latin typeface="Trebuchet MS"/>
                </a:rPr>
                <a:t>How to add Text</a:t>
              </a:r>
              <a:endParaRPr b="0" lang="en-US" sz="3200" spc="-1" strike="noStrike">
                <a:solidFill>
                  <a:srgbClr val="ffffff"/>
                </a:solidFill>
                <a:latin typeface="Arial"/>
              </a:endParaRPr>
            </a:p>
            <a:p>
              <a:pPr marL="3265560" defTabSz="114480">
                <a:lnSpc>
                  <a:spcPct val="100000"/>
                </a:lnSpc>
                <a:tabLst>
                  <a:tab algn="l" pos="0"/>
                </a:tabLst>
              </a:pPr>
              <a:r>
                <a:rPr b="0" lang="en-US" sz="2400" spc="-1" strike="noStrike">
                  <a:solidFill>
                    <a:schemeClr val="lt1">
                      <a:lumMod val="75000"/>
                    </a:schemeClr>
                  </a:solidFill>
                  <a:latin typeface="Trebuchet MS"/>
                </a:rPr>
                <a:t>The template comes with a number of pre-formatted placeholders for headers and text blocks. You can add more blocks by copying and pasting the existing ones or by adding a text box from the HOME menu. </a:t>
              </a:r>
              <a:endParaRPr b="0" lang="en-US" sz="2400" spc="-1" strike="noStrike">
                <a:solidFill>
                  <a:srgbClr val="ffffff"/>
                </a:solidFill>
                <a:latin typeface="Arial"/>
              </a:endParaRPr>
            </a:p>
            <a:p>
              <a:pPr marL="1518480" defTabSz="114480">
                <a:lnSpc>
                  <a:spcPct val="100000"/>
                </a:lnSpc>
                <a:tabLst>
                  <a:tab algn="l" pos="0"/>
                </a:tabLst>
              </a:pPr>
              <a:endParaRPr b="0" lang="en-US" sz="2400" spc="-1" strike="noStrike">
                <a:solidFill>
                  <a:srgbClr val="ffffff"/>
                </a:solidFill>
                <a:latin typeface="Arial"/>
              </a:endParaRPr>
            </a:p>
            <a:p>
              <a:pPr algn="ctr" defTabSz="1518480">
                <a:lnSpc>
                  <a:spcPct val="100000"/>
                </a:lnSpc>
                <a:tabLst>
                  <a:tab algn="l" pos="0"/>
                </a:tabLst>
              </a:pPr>
              <a:r>
                <a:rPr b="0" lang="en-US" sz="2400" spc="-1" strike="noStrike">
                  <a:solidFill>
                    <a:schemeClr val="lt1">
                      <a:lumMod val="75000"/>
                    </a:schemeClr>
                  </a:solidFill>
                  <a:latin typeface="Trebuchet MS"/>
                </a:rPr>
                <a:t> </a:t>
              </a:r>
              <a:r>
                <a:rPr b="1" lang="en-US" sz="3200" spc="-1" strike="noStrike">
                  <a:solidFill>
                    <a:srgbClr val="ffc000"/>
                  </a:solidFill>
                  <a:latin typeface="Trebuchet MS"/>
                </a:rPr>
                <a:t>Text size</a:t>
              </a:r>
              <a:endParaRPr b="0" lang="en-US" sz="3200" spc="-1" strike="noStrike">
                <a:solidFill>
                  <a:srgbClr val="ffffff"/>
                </a:solidFill>
                <a:latin typeface="Arial"/>
              </a:endParaRPr>
            </a:p>
            <a:p>
              <a:pPr defTabSz="114480">
                <a:lnSpc>
                  <a:spcPct val="100000"/>
                </a:lnSpc>
                <a:tabLst>
                  <a:tab algn="l" pos="0"/>
                </a:tabLst>
              </a:pPr>
              <a:r>
                <a:rPr b="0" lang="en-US" sz="2400" spc="-1" strike="noStrike">
                  <a:solidFill>
                    <a:srgbClr val="bfbfbf"/>
                  </a:solidFill>
                  <a:latin typeface="Trebuchet MS"/>
                </a:rPr>
                <a:t>Adjust the size of your text based on how much content you have to present. The default template text offers a good starting point. Follow the conference requirements.</a:t>
              </a:r>
              <a:endParaRPr b="0" lang="en-US" sz="2400" spc="-1" strike="noStrike">
                <a:solidFill>
                  <a:srgbClr val="ffffff"/>
                </a:solidFill>
                <a:latin typeface="Arial"/>
              </a:endParaRPr>
            </a:p>
            <a:p>
              <a:pPr marL="1518480" defTabSz="114480">
                <a:lnSpc>
                  <a:spcPct val="100000"/>
                </a:lnSpc>
                <a:tabLst>
                  <a:tab algn="l" pos="0"/>
                </a:tabLst>
              </a:pPr>
              <a:endParaRPr b="0" lang="en-US" sz="2400" spc="-1" strike="noStrike">
                <a:solidFill>
                  <a:srgbClr val="ffffff"/>
                </a:solidFill>
                <a:latin typeface="Arial"/>
              </a:endParaRPr>
            </a:p>
            <a:p>
              <a:pPr algn="ctr" defTabSz="4388760">
                <a:lnSpc>
                  <a:spcPct val="100000"/>
                </a:lnSpc>
                <a:tabLst>
                  <a:tab algn="l" pos="0"/>
                </a:tabLst>
              </a:pPr>
              <a:r>
                <a:rPr b="1" lang="en-US" sz="3200" spc="-1" strike="noStrike">
                  <a:solidFill>
                    <a:srgbClr val="ffc000"/>
                  </a:solidFill>
                  <a:latin typeface="Trebuchet MS"/>
                </a:rPr>
                <a:t>How to add Tables</a:t>
              </a:r>
              <a:endParaRPr b="0" lang="en-US" sz="3200" spc="-1" strike="noStrike">
                <a:solidFill>
                  <a:srgbClr val="ffffff"/>
                </a:solidFill>
                <a:latin typeface="Arial"/>
              </a:endParaRPr>
            </a:p>
            <a:p>
              <a:pPr marL="1730520" defTabSz="114480">
                <a:lnSpc>
                  <a:spcPct val="100000"/>
                </a:lnSpc>
                <a:tabLst>
                  <a:tab algn="l" pos="0"/>
                </a:tabLst>
              </a:pPr>
              <a:r>
                <a:rPr b="0" lang="en-US" sz="2400" spc="-1" strike="noStrike">
                  <a:solidFill>
                    <a:schemeClr val="lt1">
                      <a:lumMod val="75000"/>
                    </a:schemeClr>
                  </a:solidFill>
                  <a:latin typeface="Trebuchet MS"/>
                </a:rPr>
                <a:t>To add a table from scratch go to the INSERT menu and </a:t>
              </a:r>
              <a:br>
                <a:rPr sz="2400"/>
              </a:br>
              <a:r>
                <a:rPr b="0" lang="en-US" sz="2400" spc="-1" strike="noStrike">
                  <a:solidFill>
                    <a:schemeClr val="lt1">
                      <a:lumMod val="75000"/>
                    </a:schemeClr>
                  </a:solidFill>
                  <a:latin typeface="Trebuchet MS"/>
                </a:rPr>
                <a:t>click on TABLE. A drop-down box will help you select rows and columns. </a:t>
              </a:r>
              <a:endParaRPr b="0" lang="en-US" sz="2400" spc="-1" strike="noStrike">
                <a:solidFill>
                  <a:srgbClr val="ffffff"/>
                </a:solidFill>
                <a:latin typeface="Arial"/>
              </a:endParaRPr>
            </a:p>
            <a:p>
              <a:pPr defTabSz="114480">
                <a:lnSpc>
                  <a:spcPct val="100000"/>
                </a:lnSpc>
                <a:tabLst>
                  <a:tab algn="l" pos="0"/>
                </a:tabLst>
              </a:pPr>
              <a:r>
                <a:rPr b="0" lang="en-US" sz="2400" spc="-1" strike="noStrike">
                  <a:solidFill>
                    <a:schemeClr val="lt1">
                      <a:lumMod val="75000"/>
                    </a:schemeClr>
                  </a:solidFill>
                  <a:latin typeface="Trebuchet MS"/>
                </a:rPr>
                <a:t>You can also copy and a paste a table from Word or another PowerPoint document. A pasted table may need to be re-formatted by RIGHT-CLICK &gt; FORMAT SHAPE, TEXT BOX, Margins.</a:t>
              </a:r>
              <a:endParaRPr b="0" lang="en-US" sz="2400" spc="-1" strike="noStrike">
                <a:solidFill>
                  <a:srgbClr val="ffffff"/>
                </a:solidFill>
                <a:latin typeface="Arial"/>
              </a:endParaRPr>
            </a:p>
            <a:p>
              <a:pPr defTabSz="114480">
                <a:lnSpc>
                  <a:spcPct val="100000"/>
                </a:lnSpc>
                <a:tabLst>
                  <a:tab algn="l" pos="0"/>
                </a:tabLst>
              </a:pPr>
              <a:endParaRPr b="0" lang="en-US" sz="2400" spc="-1" strike="noStrike">
                <a:solidFill>
                  <a:srgbClr val="ffffff"/>
                </a:solidFill>
                <a:latin typeface="Arial"/>
              </a:endParaRPr>
            </a:p>
            <a:p>
              <a:pPr algn="ctr" defTabSz="1518480">
                <a:lnSpc>
                  <a:spcPct val="100000"/>
                </a:lnSpc>
                <a:tabLst>
                  <a:tab algn="l" pos="0"/>
                </a:tabLst>
              </a:pPr>
              <a:r>
                <a:rPr b="1" lang="en-US" sz="3200" spc="-1" strike="noStrike">
                  <a:solidFill>
                    <a:srgbClr val="ffc000"/>
                  </a:solidFill>
                  <a:latin typeface="Trebuchet MS"/>
                </a:rPr>
                <a:t>Graphs / Charts</a:t>
              </a:r>
              <a:endParaRPr b="0" lang="en-US" sz="3200" spc="-1" strike="noStrike">
                <a:solidFill>
                  <a:srgbClr val="ffffff"/>
                </a:solidFill>
                <a:latin typeface="Arial"/>
              </a:endParaRPr>
            </a:p>
            <a:p>
              <a:pPr defTabSz="114480">
                <a:lnSpc>
                  <a:spcPct val="100000"/>
                </a:lnSpc>
                <a:tabLst>
                  <a:tab algn="l" pos="0"/>
                </a:tabLst>
              </a:pPr>
              <a:r>
                <a:rPr b="0" lang="en-US" sz="2400" spc="-1" strike="noStrike">
                  <a:solidFill>
                    <a:srgbClr val="bfbfbf"/>
                  </a:solidFill>
                  <a:latin typeface="Trebuchet MS"/>
                </a:rPr>
                <a:t>You can simply copy and paste charts and graphs from Excel or Word. Some reformatting may be required depending on how the original document has been created.</a:t>
              </a:r>
              <a:endParaRPr b="0" lang="en-US" sz="2400" spc="-1" strike="noStrike">
                <a:solidFill>
                  <a:srgbClr val="ffffff"/>
                </a:solidFill>
                <a:latin typeface="Arial"/>
              </a:endParaRPr>
            </a:p>
            <a:p>
              <a:pPr defTabSz="114480">
                <a:lnSpc>
                  <a:spcPct val="100000"/>
                </a:lnSpc>
                <a:tabLst>
                  <a:tab algn="l" pos="0"/>
                </a:tabLst>
              </a:pPr>
              <a:endParaRPr b="0" lang="en-US" sz="2400" spc="-1" strike="noStrike">
                <a:solidFill>
                  <a:srgbClr val="ffffff"/>
                </a:solidFill>
                <a:latin typeface="Arial"/>
              </a:endParaRPr>
            </a:p>
            <a:p>
              <a:pPr algn="ctr" defTabSz="1518480">
                <a:lnSpc>
                  <a:spcPct val="100000"/>
                </a:lnSpc>
                <a:tabLst>
                  <a:tab algn="l" pos="0"/>
                </a:tabLst>
              </a:pPr>
              <a:r>
                <a:rPr b="1" lang="en-US" sz="3200" spc="-1" strike="noStrike">
                  <a:solidFill>
                    <a:srgbClr val="ffc000"/>
                  </a:solidFill>
                  <a:latin typeface="Trebuchet MS"/>
                </a:rPr>
                <a:t>How to change the column configuration</a:t>
              </a:r>
              <a:endParaRPr b="0" lang="en-US" sz="3200" spc="-1" strike="noStrike">
                <a:solidFill>
                  <a:srgbClr val="ffffff"/>
                </a:solidFill>
                <a:latin typeface="Arial"/>
              </a:endParaRPr>
            </a:p>
            <a:p>
              <a:pPr defTabSz="114480">
                <a:lnSpc>
                  <a:spcPct val="100000"/>
                </a:lnSpc>
                <a:tabLst>
                  <a:tab algn="l" pos="0"/>
                </a:tabLst>
              </a:pPr>
              <a:r>
                <a:rPr b="0" lang="en-US" sz="2400" spc="-1" strike="noStrike">
                  <a:solidFill>
                    <a:srgbClr val="bfbfbf"/>
                  </a:solidFill>
                  <a:latin typeface="Trebuchet MS"/>
                </a:rPr>
                <a:t>RIGHT-CLICK on the poster background and select LAYOUT to see the column options available for this template. The poster columns can also be customized on the Master. VIEW &gt; MASTER.</a:t>
              </a:r>
              <a:endParaRPr b="0" lang="en-US" sz="2400" spc="-1" strike="noStrike">
                <a:solidFill>
                  <a:srgbClr val="ffffff"/>
                </a:solidFill>
                <a:latin typeface="Arial"/>
              </a:endParaRPr>
            </a:p>
            <a:p>
              <a:pPr algn="ctr" defTabSz="1518480">
                <a:lnSpc>
                  <a:spcPct val="100000"/>
                </a:lnSpc>
                <a:tabLst>
                  <a:tab algn="l" pos="0"/>
                </a:tabLst>
              </a:pPr>
              <a:endParaRPr b="0" lang="en-US" sz="3200" spc="-1" strike="noStrike">
                <a:solidFill>
                  <a:srgbClr val="ffffff"/>
                </a:solidFill>
                <a:latin typeface="Arial"/>
              </a:endParaRPr>
            </a:p>
            <a:p>
              <a:pPr algn="ctr" defTabSz="1518480">
                <a:lnSpc>
                  <a:spcPct val="100000"/>
                </a:lnSpc>
                <a:tabLst>
                  <a:tab algn="l" pos="0"/>
                </a:tabLst>
              </a:pPr>
              <a:r>
                <a:rPr b="1" lang="en-US" sz="3200" spc="-1" strike="noStrike">
                  <a:solidFill>
                    <a:srgbClr val="ffc000"/>
                  </a:solidFill>
                  <a:latin typeface="Trebuchet MS"/>
                </a:rPr>
                <a:t>How to remove the info bars</a:t>
              </a:r>
              <a:endParaRPr b="0" lang="en-US" sz="3200" spc="-1" strike="noStrike">
                <a:solidFill>
                  <a:srgbClr val="ffffff"/>
                </a:solidFill>
                <a:latin typeface="Arial"/>
              </a:endParaRPr>
            </a:p>
            <a:p>
              <a:pPr defTabSz="114480">
                <a:lnSpc>
                  <a:spcPct val="100000"/>
                </a:lnSpc>
                <a:tabLst>
                  <a:tab algn="l" pos="0"/>
                </a:tabLst>
              </a:pPr>
              <a:r>
                <a:rPr b="0" lang="en-US" sz="2400" spc="-1" strike="noStrike">
                  <a:solidFill>
                    <a:srgbClr val="bfbfbf"/>
                  </a:solidFill>
                  <a:latin typeface="Trebuchet MS"/>
                </a:rPr>
                <a:t>If you are working in PowerPoint for Windows and have finished your poster, save as PDF and the bars will not be included. You can also delete them by going to VIEW &gt; MASTER. On the Mac adjust the Page-Setup to match the Page-Setup in PowerPoint before you create a PDF. You can also delete them from the Slide Master.</a:t>
              </a:r>
              <a:endParaRPr b="0" lang="en-US" sz="2400" spc="-1" strike="noStrike">
                <a:solidFill>
                  <a:srgbClr val="ffffff"/>
                </a:solidFill>
                <a:latin typeface="Arial"/>
              </a:endParaRPr>
            </a:p>
            <a:p>
              <a:pPr defTabSz="114480">
                <a:lnSpc>
                  <a:spcPct val="100000"/>
                </a:lnSpc>
                <a:tabLst>
                  <a:tab algn="l" pos="0"/>
                </a:tabLst>
              </a:pPr>
              <a:endParaRPr b="0" lang="en-US" sz="2400" spc="-1" strike="noStrike">
                <a:solidFill>
                  <a:srgbClr val="ffffff"/>
                </a:solidFill>
                <a:latin typeface="Arial"/>
              </a:endParaRPr>
            </a:p>
            <a:p>
              <a:pPr algn="ctr" defTabSz="1518480">
                <a:lnSpc>
                  <a:spcPct val="100000"/>
                </a:lnSpc>
                <a:tabLst>
                  <a:tab algn="l" pos="0"/>
                </a:tabLst>
              </a:pPr>
              <a:r>
                <a:rPr b="1" lang="en-US" sz="3200" spc="-1" strike="noStrike">
                  <a:solidFill>
                    <a:srgbClr val="ffc000"/>
                  </a:solidFill>
                  <a:latin typeface="Trebuchet MS"/>
                </a:rPr>
                <a:t>Save your work</a:t>
              </a:r>
              <a:endParaRPr b="0" lang="en-US" sz="3200" spc="-1" strike="noStrike">
                <a:solidFill>
                  <a:srgbClr val="ffffff"/>
                </a:solidFill>
                <a:latin typeface="Arial"/>
              </a:endParaRPr>
            </a:p>
            <a:p>
              <a:pPr defTabSz="114480">
                <a:lnSpc>
                  <a:spcPct val="100000"/>
                </a:lnSpc>
                <a:tabLst>
                  <a:tab algn="l" pos="0"/>
                </a:tabLst>
              </a:pPr>
              <a:r>
                <a:rPr b="0" lang="en-US" sz="2400" spc="-1" strike="noStrike">
                  <a:solidFill>
                    <a:srgbClr val="bfbfbf"/>
                  </a:solidFill>
                  <a:latin typeface="Trebuchet MS"/>
                </a:rPr>
                <a:t>Save your template as a PowerPoint document. For printing, save as PowerPoint or “Print-quality” PDF.</a:t>
              </a:r>
              <a:endParaRPr b="0" lang="en-US" sz="2400" spc="-1" strike="noStrike">
                <a:solidFill>
                  <a:srgbClr val="ffffff"/>
                </a:solidFill>
                <a:latin typeface="Arial"/>
              </a:endParaRPr>
            </a:p>
            <a:p>
              <a:pPr defTabSz="114480">
                <a:lnSpc>
                  <a:spcPct val="100000"/>
                </a:lnSpc>
                <a:tabLst>
                  <a:tab algn="l" pos="0"/>
                </a:tabLst>
              </a:pPr>
              <a:endParaRPr b="0" lang="en-US" sz="2400" spc="-1" strike="noStrike">
                <a:solidFill>
                  <a:srgbClr val="ffffff"/>
                </a:solidFill>
                <a:latin typeface="Arial"/>
              </a:endParaRPr>
            </a:p>
            <a:p>
              <a:pPr algn="ctr" defTabSz="1518480">
                <a:lnSpc>
                  <a:spcPct val="100000"/>
                </a:lnSpc>
                <a:tabLst>
                  <a:tab algn="l" pos="0"/>
                </a:tabLst>
              </a:pPr>
              <a:r>
                <a:rPr b="1" lang="en-US" sz="3200" spc="-1" strike="noStrike">
                  <a:solidFill>
                    <a:srgbClr val="ffc000"/>
                  </a:solidFill>
                  <a:latin typeface="Trebuchet MS"/>
                </a:rPr>
                <a:t>Print your poster</a:t>
              </a:r>
              <a:endParaRPr b="0" lang="en-US" sz="3200" spc="-1" strike="noStrike">
                <a:solidFill>
                  <a:srgbClr val="ffffff"/>
                </a:solidFill>
                <a:latin typeface="Arial"/>
              </a:endParaRPr>
            </a:p>
            <a:p>
              <a:pPr defTabSz="114480">
                <a:lnSpc>
                  <a:spcPct val="100000"/>
                </a:lnSpc>
                <a:tabLst>
                  <a:tab algn="l" pos="0"/>
                </a:tabLst>
              </a:pPr>
              <a:r>
                <a:rPr b="0" lang="en-US" sz="2400" spc="-1" strike="noStrike">
                  <a:solidFill>
                    <a:srgbClr val="bfbfbf"/>
                  </a:solidFill>
                  <a:latin typeface="Trebuchet MS"/>
                </a:rPr>
                <a:t>When you are ready to have your poster printed go online to PosterPresentations.com and click on the “Order Your Poster” button. Choose the poster type the best suits your needs and submit your order. If you submit a PowerPoint document you will be receiving a PDF proof for your approval prior to printing. If your order is placed and paid for before noon, Pacific, Monday through Friday, your order will ship out that same day. Next day, Second day, Third day, and Free Ground services are offered. Go to PosterPresentations.com for more information.</a:t>
              </a:r>
              <a:endParaRPr b="0" lang="en-US" sz="2400" spc="-1" strike="noStrike">
                <a:solidFill>
                  <a:srgbClr val="ffffff"/>
                </a:solidFill>
                <a:latin typeface="Arial"/>
              </a:endParaRPr>
            </a:p>
            <a:p>
              <a:pPr defTabSz="114480">
                <a:lnSpc>
                  <a:spcPct val="100000"/>
                </a:lnSpc>
                <a:tabLst>
                  <a:tab algn="l" pos="0"/>
                </a:tabLst>
              </a:pPr>
              <a:endParaRPr b="0" lang="en-US" sz="2800" spc="-1" strike="noStrike">
                <a:solidFill>
                  <a:srgbClr val="ffffff"/>
                </a:solidFill>
                <a:latin typeface="Arial"/>
              </a:endParaRPr>
            </a:p>
          </p:txBody>
        </p:sp>
        <p:graphicFrame>
          <p:nvGraphicFramePr>
            <p:cNvPr id="121" name=""/>
            <p:cNvGraphicFramePr/>
            <p:nvPr/>
          </p:nvGraphicFramePr>
          <p:xfrm>
            <a:off x="46915560" y="3349440"/>
            <a:ext cx="5585760" cy="2063520"/>
          </p:xfrm>
          <a:graphic>
            <a:graphicData uri="http://schemas.openxmlformats.org/presentationml/2006/ole">
              <p:oleObj progId="Photoshop.Image.13" r:id="rId2" spid="">
                <p:embed/>
                <p:pic>
                  <p:nvPicPr>
                    <p:cNvPr id="122" name="" descr=""/>
                    <p:cNvPicPr/>
                    <p:nvPr/>
                  </p:nvPicPr>
                  <p:blipFill>
                    <a:blip r:embed="rId3"/>
                    <a:stretch/>
                  </p:blipFill>
                  <p:spPr>
                    <a:xfrm>
                      <a:off x="46915560" y="3349440"/>
                      <a:ext cx="5585760" cy="2063520"/>
                    </a:xfrm>
                    <a:prstGeom prst="rect">
                      <a:avLst/>
                    </a:prstGeom>
                    <a:ln w="0">
                      <a:noFill/>
                    </a:ln>
                  </p:spPr>
                </p:pic>
              </p:oleObj>
            </a:graphicData>
          </a:graphic>
        </p:graphicFrame>
        <p:pic>
          <p:nvPicPr>
            <p:cNvPr id="123" name="Picture 45" descr=""/>
            <p:cNvPicPr/>
            <p:nvPr/>
          </p:nvPicPr>
          <p:blipFill>
            <a:blip r:embed="rId4"/>
            <a:stretch/>
          </p:blipFill>
          <p:spPr>
            <a:xfrm>
              <a:off x="44621640" y="7740000"/>
              <a:ext cx="2969280" cy="1370160"/>
            </a:xfrm>
            <a:prstGeom prst="rect">
              <a:avLst/>
            </a:prstGeom>
            <a:ln w="0">
              <a:noFill/>
            </a:ln>
          </p:spPr>
        </p:pic>
        <p:graphicFrame>
          <p:nvGraphicFramePr>
            <p:cNvPr id="124" name=""/>
            <p:cNvGraphicFramePr/>
            <p:nvPr/>
          </p:nvGraphicFramePr>
          <p:xfrm>
            <a:off x="44629560" y="12347280"/>
            <a:ext cx="1481760" cy="991800"/>
          </p:xfrm>
          <a:graphic>
            <a:graphicData uri="http://schemas.openxmlformats.org/presentationml/2006/ole">
              <p:oleObj progId="Photoshop.Image.13" r:id="rId5" spid="">
                <p:embed/>
                <p:pic>
                  <p:nvPicPr>
                    <p:cNvPr id="125" name="" descr=""/>
                    <p:cNvPicPr/>
                    <p:nvPr/>
                  </p:nvPicPr>
                  <p:blipFill>
                    <a:blip r:embed="rId6"/>
                    <a:stretch/>
                  </p:blipFill>
                  <p:spPr>
                    <a:xfrm>
                      <a:off x="44629560" y="12347280"/>
                      <a:ext cx="1481760" cy="991800"/>
                    </a:xfrm>
                    <a:prstGeom prst="rect">
                      <a:avLst/>
                    </a:prstGeom>
                    <a:ln w="0">
                      <a:noFill/>
                    </a:ln>
                  </p:spPr>
                </p:pic>
              </p:oleObj>
            </a:graphicData>
          </a:graphic>
        </p:graphicFrame>
        <p:grpSp>
          <p:nvGrpSpPr>
            <p:cNvPr id="126" name="Group 47"/>
            <p:cNvGrpSpPr/>
            <p:nvPr/>
          </p:nvGrpSpPr>
          <p:grpSpPr>
            <a:xfrm>
              <a:off x="44487360" y="29414520"/>
              <a:ext cx="10353960" cy="1265400"/>
              <a:chOff x="44487360" y="29414520"/>
              <a:chExt cx="10353960" cy="1265400"/>
            </a:xfrm>
          </p:grpSpPr>
          <p:sp>
            <p:nvSpPr>
              <p:cNvPr id="127" name="Rounded Rectangle 49"/>
              <p:cNvSpPr/>
              <p:nvPr/>
            </p:nvSpPr>
            <p:spPr>
              <a:xfrm>
                <a:off x="44487360" y="29414520"/>
                <a:ext cx="10353960" cy="1265400"/>
              </a:xfrm>
              <a:prstGeom prst="roundRect">
                <a:avLst>
                  <a:gd name="adj" fmla="val 16667"/>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4388760">
                  <a:lnSpc>
                    <a:spcPct val="100000"/>
                  </a:lnSpc>
                </a:pPr>
                <a:endParaRPr b="0" lang="en-US" sz="8600" spc="-1" strike="noStrike">
                  <a:solidFill>
                    <a:schemeClr val="lt1"/>
                  </a:solidFill>
                  <a:latin typeface="Calibri"/>
                </a:endParaRPr>
              </a:p>
            </p:txBody>
          </p:sp>
          <p:pic>
            <p:nvPicPr>
              <p:cNvPr id="128" name="Picture 7" descr="http://t2.gstatic.com/images?q=tbn:ANd9GcR4APHC6TT9w54M2zn_pvCiBxUNcspYPoVxirLRphBoJabfSvu7zw"/>
              <p:cNvPicPr/>
              <p:nvPr/>
            </p:nvPicPr>
            <p:blipFill>
              <a:blip r:embed="rId7"/>
              <a:stretch/>
            </p:blipFill>
            <p:spPr>
              <a:xfrm>
                <a:off x="44620560" y="29528640"/>
                <a:ext cx="968760" cy="1060920"/>
              </a:xfrm>
              <a:prstGeom prst="rect">
                <a:avLst/>
              </a:prstGeom>
              <a:ln w="0">
                <a:noFill/>
              </a:ln>
            </p:spPr>
          </p:pic>
          <p:sp>
            <p:nvSpPr>
              <p:cNvPr id="129" name="TextBox 51"/>
              <p:cNvSpPr/>
              <p:nvPr/>
            </p:nvSpPr>
            <p:spPr>
              <a:xfrm>
                <a:off x="45653040" y="29634840"/>
                <a:ext cx="9187920" cy="821160"/>
              </a:xfrm>
              <a:prstGeom prst="rect">
                <a:avLst/>
              </a:prstGeom>
              <a:noFill/>
              <a:ln w="0">
                <a:noFill/>
              </a:ln>
            </p:spPr>
            <p:style>
              <a:lnRef idx="0"/>
              <a:fillRef idx="0"/>
              <a:effectRef idx="0"/>
              <a:fontRef idx="minor"/>
            </p:style>
            <p:txBody>
              <a:bodyPr lIns="90000" rIns="90000" tIns="45000" bIns="45000" anchor="t">
                <a:spAutoFit/>
              </a:bodyPr>
              <a:p>
                <a:pPr defTabSz="4388760">
                  <a:lnSpc>
                    <a:spcPct val="100000"/>
                  </a:lnSpc>
                </a:pPr>
                <a:r>
                  <a:rPr b="0" lang="en-US" sz="2400" spc="-1" strike="noStrike">
                    <a:solidFill>
                      <a:schemeClr val="dk2"/>
                    </a:solidFill>
                    <a:latin typeface="Trebuchet MS"/>
                  </a:rPr>
                  <a:t>Student discounts are available on our Facebook page.</a:t>
                </a:r>
                <a:br>
                  <a:rPr sz="2400"/>
                </a:br>
                <a:r>
                  <a:rPr b="0" lang="en-US" sz="2400" spc="-1" strike="noStrike">
                    <a:solidFill>
                      <a:schemeClr val="dk2"/>
                    </a:solidFill>
                    <a:latin typeface="Trebuchet MS"/>
                  </a:rPr>
                  <a:t>Go to </a:t>
                </a:r>
                <a:r>
                  <a:rPr b="0" lang="en-US" sz="2400" spc="-1" strike="noStrike" u="sng">
                    <a:solidFill>
                      <a:schemeClr val="dk2"/>
                    </a:solidFill>
                    <a:uFillTx/>
                    <a:latin typeface="Trebuchet MS"/>
                  </a:rPr>
                  <a:t>PosterPresentations.com</a:t>
                </a:r>
                <a:r>
                  <a:rPr b="0" lang="en-US" sz="2400" spc="-1" strike="noStrike">
                    <a:solidFill>
                      <a:schemeClr val="dk2"/>
                    </a:solidFill>
                    <a:latin typeface="Trebuchet MS"/>
                  </a:rPr>
                  <a:t> and click on the FB icon. </a:t>
                </a:r>
                <a:endParaRPr b="0" lang="en-US" sz="2400" spc="-1" strike="noStrike">
                  <a:solidFill>
                    <a:srgbClr val="ffffff"/>
                  </a:solidFill>
                  <a:latin typeface="Arial"/>
                </a:endParaRPr>
              </a:p>
            </p:txBody>
          </p:sp>
        </p:grpSp>
        <p:sp>
          <p:nvSpPr>
            <p:cNvPr id="130" name="TextBox 48"/>
            <p:cNvSpPr/>
            <p:nvPr/>
          </p:nvSpPr>
          <p:spPr>
            <a:xfrm>
              <a:off x="44262720" y="31169880"/>
              <a:ext cx="6869880" cy="1385640"/>
            </a:xfrm>
            <a:prstGeom prst="rect">
              <a:avLst/>
            </a:prstGeom>
            <a:noFill/>
            <a:ln w="0">
              <a:noFill/>
            </a:ln>
          </p:spPr>
          <p:style>
            <a:lnRef idx="0"/>
            <a:fillRef idx="0"/>
            <a:effectRef idx="0"/>
            <a:fontRef idx="minor"/>
          </p:style>
          <p:txBody>
            <a:bodyPr lIns="65160" rIns="65160" tIns="32760" bIns="32760" anchor="t">
              <a:spAutoFit/>
            </a:bodyPr>
            <a:p>
              <a:pPr defTabSz="4388760">
                <a:lnSpc>
                  <a:spcPts val="2599"/>
                </a:lnSpc>
              </a:pPr>
              <a:r>
                <a:rPr b="0" lang="en-US" sz="2800" spc="-1" strike="noStrike">
                  <a:solidFill>
                    <a:schemeClr val="lt1"/>
                  </a:solidFill>
                  <a:latin typeface="Calibri"/>
                </a:rPr>
                <a:t>© 2015 PosterPresentations.com</a:t>
              </a:r>
              <a:br>
                <a:rPr sz="2800"/>
              </a:br>
              <a:r>
                <a:rPr b="0" lang="en-US" sz="2800" spc="-1" strike="noStrike">
                  <a:solidFill>
                    <a:schemeClr val="lt1"/>
                  </a:solidFill>
                  <a:latin typeface="Calibri"/>
                </a:rPr>
                <a:t>    </a:t>
              </a:r>
              <a:r>
                <a:rPr b="0" lang="en-US" sz="2400" spc="-1" strike="noStrike">
                  <a:solidFill>
                    <a:schemeClr val="lt1"/>
                  </a:solidFill>
                  <a:latin typeface="Calibri"/>
                </a:rPr>
                <a:t>2117 Fourth Street , Unit C        </a:t>
              </a:r>
              <a:endParaRPr b="0" lang="en-US" sz="2400" spc="-1" strike="noStrike">
                <a:solidFill>
                  <a:srgbClr val="ffffff"/>
                </a:solidFill>
                <a:latin typeface="Arial"/>
              </a:endParaRPr>
            </a:p>
            <a:p>
              <a:pPr defTabSz="4388760">
                <a:lnSpc>
                  <a:spcPts val="2599"/>
                </a:lnSpc>
              </a:pPr>
              <a:r>
                <a:rPr b="0" lang="en-US" sz="2400" spc="-1" strike="noStrike">
                  <a:solidFill>
                    <a:schemeClr val="lt1"/>
                  </a:solidFill>
                  <a:latin typeface="Calibri"/>
                </a:rPr>
                <a:t>     </a:t>
              </a:r>
              <a:r>
                <a:rPr b="0" lang="en-US" sz="2400" spc="-1" strike="noStrike">
                  <a:solidFill>
                    <a:schemeClr val="lt1"/>
                  </a:solidFill>
                  <a:latin typeface="Calibri"/>
                </a:rPr>
                <a:t>Berkeley CA </a:t>
              </a:r>
              <a:r>
                <a:rPr b="0" lang="en-US" sz="2000" spc="-1" strike="noStrike">
                  <a:solidFill>
                    <a:schemeClr val="lt1"/>
                  </a:solidFill>
                  <a:latin typeface="Calibri"/>
                </a:rPr>
                <a:t>94710</a:t>
              </a:r>
              <a:br>
                <a:rPr sz="2400"/>
              </a:br>
              <a:r>
                <a:rPr b="0" lang="en-US" sz="2400" spc="-1" strike="noStrike">
                  <a:solidFill>
                    <a:schemeClr val="lt1"/>
                  </a:solidFill>
                  <a:latin typeface="Calibri"/>
                </a:rPr>
                <a:t>    </a:t>
              </a:r>
              <a:r>
                <a:rPr b="1" lang="en-US" sz="2400" spc="-1" strike="noStrike">
                  <a:solidFill>
                    <a:srgbClr val="ffff00"/>
                  </a:solidFill>
                  <a:latin typeface="Calibri"/>
                </a:rPr>
                <a:t>posterpresenter@gmail.com</a:t>
              </a:r>
              <a:endParaRPr b="0" lang="en-US" sz="2400" spc="-1" strike="noStrike">
                <a:solidFill>
                  <a:srgbClr val="ffffff"/>
                </a:solidFill>
                <a:latin typeface="Arial"/>
              </a:endParaRPr>
            </a:p>
          </p:txBody>
        </p:sp>
      </p:grpSp>
      <p:grpSp>
        <p:nvGrpSpPr>
          <p:cNvPr id="131" name="Group 52"/>
          <p:cNvGrpSpPr/>
          <p:nvPr/>
        </p:nvGrpSpPr>
        <p:grpSpPr>
          <a:xfrm>
            <a:off x="-11225160" y="0"/>
            <a:ext cx="11018520" cy="32918040"/>
            <a:chOff x="-11225160" y="0"/>
            <a:chExt cx="11018520" cy="32918040"/>
          </a:xfrm>
        </p:grpSpPr>
        <p:sp>
          <p:nvSpPr>
            <p:cNvPr id="132" name="Rectangle 53"/>
            <p:cNvSpPr/>
            <p:nvPr/>
          </p:nvSpPr>
          <p:spPr>
            <a:xfrm>
              <a:off x="-11216160" y="0"/>
              <a:ext cx="11009520" cy="32918040"/>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p:style>
          <p:txBody>
            <a:bodyPr lIns="457200" rIns="457200" tIns="457200" bIns="0" anchor="t">
              <a:noAutofit/>
            </a:bodyPr>
            <a:p>
              <a:pPr algn="ctr" defTabSz="1518480">
                <a:lnSpc>
                  <a:spcPct val="100000"/>
                </a:lnSpc>
                <a:tabLst>
                  <a:tab algn="l" pos="0"/>
                </a:tabLst>
              </a:pPr>
              <a:r>
                <a:rPr b="1" lang="en-US" sz="3200" spc="-1" strike="noStrike">
                  <a:solidFill>
                    <a:srgbClr val="ff0000"/>
                  </a:solidFill>
                  <a:latin typeface="Trebuchet MS"/>
                </a:rPr>
                <a:t>(—THIS SIDEBAR DOES NOT PRINT—)</a:t>
              </a:r>
              <a:endParaRPr b="0" lang="en-US" sz="3200" spc="-1" strike="noStrike">
                <a:solidFill>
                  <a:srgbClr val="ffffff"/>
                </a:solidFill>
                <a:latin typeface="Arial"/>
              </a:endParaRPr>
            </a:p>
            <a:p>
              <a:pPr algn="ctr" defTabSz="4388760">
                <a:lnSpc>
                  <a:spcPct val="100000"/>
                </a:lnSpc>
                <a:tabLst>
                  <a:tab algn="l" pos="0"/>
                </a:tabLst>
              </a:pPr>
              <a:r>
                <a:rPr b="1" lang="en-US" sz="4000" spc="599" strike="noStrike">
                  <a:solidFill>
                    <a:schemeClr val="lt1"/>
                  </a:solidFill>
                  <a:latin typeface="Trebuchet MS"/>
                </a:rPr>
                <a:t>DESIGN GUIDE</a:t>
              </a:r>
              <a:endParaRPr b="0" lang="en-US" sz="4000" spc="-1" strike="noStrike">
                <a:solidFill>
                  <a:srgbClr val="ffffff"/>
                </a:solidFill>
                <a:latin typeface="Arial"/>
              </a:endParaRPr>
            </a:p>
            <a:p>
              <a:pPr algn="ctr" defTabSz="4388760">
                <a:lnSpc>
                  <a:spcPct val="100000"/>
                </a:lnSpc>
                <a:tabLst>
                  <a:tab algn="l" pos="0"/>
                </a:tabLst>
              </a:pPr>
              <a:endParaRPr b="0" lang="en-US" sz="2800" spc="-1" strike="noStrike">
                <a:solidFill>
                  <a:srgbClr val="ffffff"/>
                </a:solidFill>
                <a:latin typeface="Arial"/>
              </a:endParaRPr>
            </a:p>
            <a:p>
              <a:pPr defTabSz="3765600">
                <a:lnSpc>
                  <a:spcPct val="100000"/>
                </a:lnSpc>
                <a:tabLst>
                  <a:tab algn="l" pos="0"/>
                </a:tabLst>
              </a:pPr>
              <a:r>
                <a:rPr b="0" lang="en-US" sz="2800" spc="-1" strike="noStrike">
                  <a:solidFill>
                    <a:schemeClr val="lt1"/>
                  </a:solidFill>
                  <a:latin typeface="Trebuchet MS"/>
                </a:rPr>
                <a:t>This PowerPoint 2007 template produces a 36”x48” presentation poster. You can use it to create your research poster and save valuable time placing titles, subtitles, text, and graphics. </a:t>
              </a:r>
              <a:endParaRPr b="0" lang="en-US" sz="2800" spc="-1" strike="noStrike">
                <a:solidFill>
                  <a:srgbClr val="ffffff"/>
                </a:solidFill>
                <a:latin typeface="Arial"/>
              </a:endParaRPr>
            </a:p>
            <a:p>
              <a:pPr defTabSz="3765600">
                <a:lnSpc>
                  <a:spcPct val="100000"/>
                </a:lnSpc>
                <a:tabLst>
                  <a:tab algn="l" pos="0"/>
                </a:tabLst>
              </a:pPr>
              <a:endParaRPr b="0" lang="en-US" sz="2800" spc="-1" strike="noStrike">
                <a:solidFill>
                  <a:srgbClr val="ffffff"/>
                </a:solidFill>
                <a:latin typeface="Arial"/>
              </a:endParaRPr>
            </a:p>
            <a:p>
              <a:pPr defTabSz="4389120">
                <a:lnSpc>
                  <a:spcPct val="100000"/>
                </a:lnSpc>
                <a:tabLst>
                  <a:tab algn="l" pos="0"/>
                </a:tabLst>
              </a:pPr>
              <a:r>
                <a:rPr b="0" lang="en-US" sz="2800" spc="-1" strike="noStrike">
                  <a:solidFill>
                    <a:schemeClr val="lt1"/>
                  </a:solidFill>
                  <a:latin typeface="Trebuchet MS"/>
                </a:rPr>
                <a:t>We provide a series of online tutorials that will guide you through the poster design process and answer your poster production questions. To view our template tutorials, go online to </a:t>
              </a:r>
              <a:r>
                <a:rPr b="1" lang="en-US" sz="2800" spc="-1" strike="noStrike">
                  <a:solidFill>
                    <a:srgbClr val="ffc000"/>
                  </a:solidFill>
                  <a:latin typeface="Trebuchet MS"/>
                </a:rPr>
                <a:t>PosterPresentations.com</a:t>
              </a:r>
              <a:r>
                <a:rPr b="1" lang="en-US" sz="2800" spc="-1" strike="noStrike">
                  <a:solidFill>
                    <a:schemeClr val="lt1"/>
                  </a:solidFill>
                  <a:latin typeface="Trebuchet MS"/>
                </a:rPr>
                <a:t> </a:t>
              </a:r>
              <a:r>
                <a:rPr b="0" lang="en-US" sz="2800" spc="-1" strike="noStrike">
                  <a:solidFill>
                    <a:schemeClr val="lt1"/>
                  </a:solidFill>
                  <a:latin typeface="Trebuchet MS"/>
                </a:rPr>
                <a:t>and click on HELP DESK.</a:t>
              </a:r>
              <a:endParaRPr b="0" lang="en-US" sz="2800" spc="-1" strike="noStrike">
                <a:solidFill>
                  <a:srgbClr val="ffffff"/>
                </a:solidFill>
                <a:latin typeface="Arial"/>
              </a:endParaRPr>
            </a:p>
            <a:p>
              <a:pPr defTabSz="4389120">
                <a:lnSpc>
                  <a:spcPct val="100000"/>
                </a:lnSpc>
                <a:tabLst>
                  <a:tab algn="l" pos="0"/>
                </a:tabLst>
              </a:pPr>
              <a:endParaRPr b="0" lang="en-US" sz="2800" spc="-1" strike="noStrike">
                <a:solidFill>
                  <a:srgbClr val="ffffff"/>
                </a:solidFill>
                <a:latin typeface="Arial"/>
              </a:endParaRPr>
            </a:p>
            <a:p>
              <a:pPr defTabSz="4389120">
                <a:lnSpc>
                  <a:spcPct val="100000"/>
                </a:lnSpc>
                <a:tabLst>
                  <a:tab algn="l" pos="0"/>
                </a:tabLst>
              </a:pPr>
              <a:r>
                <a:rPr b="0" lang="en-US" sz="2800" spc="-1" strike="noStrike">
                  <a:solidFill>
                    <a:schemeClr val="lt1"/>
                  </a:solidFill>
                  <a:latin typeface="Trebuchet MS"/>
                </a:rPr>
                <a:t>When you are ready to print your poster, go online to PosterPresentations.com</a:t>
              </a:r>
              <a:br>
                <a:rPr sz="2800"/>
              </a:br>
              <a:endParaRPr b="0" lang="en-US" sz="2800" spc="-1" strike="noStrike">
                <a:solidFill>
                  <a:srgbClr val="ffffff"/>
                </a:solidFill>
                <a:latin typeface="Arial"/>
              </a:endParaRPr>
            </a:p>
            <a:p>
              <a:pPr defTabSz="3765600">
                <a:lnSpc>
                  <a:spcPct val="100000"/>
                </a:lnSpc>
                <a:tabLst>
                  <a:tab algn="l" pos="0"/>
                </a:tabLst>
              </a:pPr>
              <a:r>
                <a:rPr b="0" lang="en-US" sz="2800" spc="-1" strike="noStrike">
                  <a:solidFill>
                    <a:schemeClr val="lt1"/>
                  </a:solidFill>
                  <a:latin typeface="Trebuchet MS"/>
                </a:rPr>
                <a:t>Need assistance? Call us at </a:t>
              </a:r>
              <a:r>
                <a:rPr b="0" lang="en-US" sz="2800" spc="-1" strike="noStrike">
                  <a:solidFill>
                    <a:srgbClr val="ffc000"/>
                  </a:solidFill>
                  <a:latin typeface="Trebuchet MS"/>
                </a:rPr>
                <a:t>1.510.649.3001</a:t>
              </a:r>
              <a:endParaRPr b="0" lang="en-US" sz="2800" spc="-1" strike="noStrike">
                <a:solidFill>
                  <a:srgbClr val="ffffff"/>
                </a:solidFill>
                <a:latin typeface="Arial"/>
              </a:endParaRPr>
            </a:p>
            <a:p>
              <a:pPr defTabSz="3765600">
                <a:lnSpc>
                  <a:spcPct val="100000"/>
                </a:lnSpc>
                <a:tabLst>
                  <a:tab algn="l" pos="0"/>
                </a:tabLst>
              </a:pPr>
              <a:endParaRPr b="0" lang="en-US" sz="3600" spc="-1" strike="noStrike">
                <a:solidFill>
                  <a:srgbClr val="ffffff"/>
                </a:solidFill>
                <a:latin typeface="Arial"/>
              </a:endParaRPr>
            </a:p>
            <a:p>
              <a:pPr algn="ctr" defTabSz="4388760">
                <a:lnSpc>
                  <a:spcPct val="100000"/>
                </a:lnSpc>
                <a:tabLst>
                  <a:tab algn="l" pos="0"/>
                </a:tabLst>
              </a:pPr>
              <a:endParaRPr b="0" lang="en-US" sz="2400" spc="-1" strike="noStrike">
                <a:solidFill>
                  <a:srgbClr val="ffffff"/>
                </a:solidFill>
                <a:latin typeface="Arial"/>
              </a:endParaRPr>
            </a:p>
            <a:p>
              <a:pPr algn="ctr" defTabSz="4388760">
                <a:lnSpc>
                  <a:spcPct val="100000"/>
                </a:lnSpc>
                <a:tabLst>
                  <a:tab algn="l" pos="0"/>
                </a:tabLst>
              </a:pPr>
              <a:r>
                <a:rPr b="1" lang="en-US" sz="4000" spc="599" strike="noStrike">
                  <a:solidFill>
                    <a:schemeClr val="lt1"/>
                  </a:solidFill>
                  <a:latin typeface="Trebuchet MS"/>
                </a:rPr>
                <a:t>QUICK START</a:t>
              </a:r>
              <a:endParaRPr b="0" lang="en-US" sz="4000" spc="-1" strike="noStrike">
                <a:solidFill>
                  <a:srgbClr val="ffffff"/>
                </a:solidFill>
                <a:latin typeface="Arial"/>
              </a:endParaRPr>
            </a:p>
            <a:p>
              <a:pPr algn="ctr" defTabSz="4388760">
                <a:lnSpc>
                  <a:spcPct val="100000"/>
                </a:lnSpc>
                <a:tabLst>
                  <a:tab algn="l" pos="0"/>
                </a:tabLst>
              </a:pPr>
              <a:endParaRPr b="0" lang="en-US" sz="3200" spc="-1" strike="noStrike">
                <a:solidFill>
                  <a:srgbClr val="ffffff"/>
                </a:solidFill>
                <a:latin typeface="Arial"/>
              </a:endParaRPr>
            </a:p>
            <a:p>
              <a:pPr algn="ctr" defTabSz="4388760">
                <a:lnSpc>
                  <a:spcPct val="100000"/>
                </a:lnSpc>
                <a:tabLst>
                  <a:tab algn="l" pos="0"/>
                </a:tabLst>
              </a:pPr>
              <a:r>
                <a:rPr b="1" lang="en-US" sz="3200" spc="-1" strike="noStrike">
                  <a:solidFill>
                    <a:srgbClr val="ffc000"/>
                  </a:solidFill>
                  <a:latin typeface="Trebuchet MS"/>
                </a:rPr>
                <a:t>Zoom in and out</a:t>
              </a:r>
              <a:endParaRPr b="0" lang="en-US" sz="3200" spc="-1" strike="noStrike">
                <a:solidFill>
                  <a:srgbClr val="ffffff"/>
                </a:solidFill>
                <a:latin typeface="Arial"/>
              </a:endParaRPr>
            </a:p>
            <a:p>
              <a:pPr marL="1892160" indent="-1892160" defTabSz="851040">
                <a:lnSpc>
                  <a:spcPct val="100000"/>
                </a:lnSpc>
                <a:tabLst>
                  <a:tab algn="l" pos="0"/>
                </a:tabLst>
              </a:pPr>
              <a:r>
                <a:rPr b="0" lang="en-US" sz="2400" spc="-1" strike="noStrike">
                  <a:solidFill>
                    <a:schemeClr val="lt1"/>
                  </a:solidFill>
                  <a:latin typeface="Trebuchet MS"/>
                </a:rPr>
                <a:t>	</a:t>
              </a:r>
              <a:r>
                <a:rPr b="0" lang="en-US" sz="2400" spc="-1" strike="noStrike">
                  <a:solidFill>
                    <a:schemeClr val="lt1">
                      <a:lumMod val="75000"/>
                    </a:schemeClr>
                  </a:solidFill>
                  <a:latin typeface="Trebuchet MS"/>
                </a:rPr>
                <a:t>As you work on your poster zoom in and out to the level that is more comfortable to you. </a:t>
              </a:r>
              <a:endParaRPr b="0" lang="en-US" sz="2400" spc="-1" strike="noStrike">
                <a:solidFill>
                  <a:srgbClr val="ffffff"/>
                </a:solidFill>
                <a:latin typeface="Arial"/>
              </a:endParaRPr>
            </a:p>
            <a:p>
              <a:pPr marL="1892160" indent="-1892160" defTabSz="851040">
                <a:lnSpc>
                  <a:spcPct val="100000"/>
                </a:lnSpc>
                <a:tabLst>
                  <a:tab algn="l" pos="0"/>
                </a:tabLst>
              </a:pPr>
              <a:r>
                <a:rPr b="1" lang="en-US" sz="2400" spc="-1" strike="noStrike">
                  <a:solidFill>
                    <a:schemeClr val="lt1">
                      <a:lumMod val="75000"/>
                    </a:schemeClr>
                  </a:solidFill>
                  <a:latin typeface="Trebuchet MS"/>
                </a:rPr>
                <a:t>	</a:t>
              </a:r>
              <a:r>
                <a:rPr b="0" lang="en-US" sz="2400" spc="-1" strike="noStrike">
                  <a:solidFill>
                    <a:schemeClr val="lt1">
                      <a:lumMod val="75000"/>
                    </a:schemeClr>
                  </a:solidFill>
                  <a:latin typeface="Trebuchet MS"/>
                </a:rPr>
                <a:t>Go to VIEW &gt; ZOOM.</a:t>
              </a:r>
              <a:endParaRPr b="0" lang="en-US" sz="2400" spc="-1" strike="noStrike">
                <a:solidFill>
                  <a:srgbClr val="ffffff"/>
                </a:solidFill>
                <a:latin typeface="Arial"/>
              </a:endParaRPr>
            </a:p>
            <a:p>
              <a:pPr defTabSz="4388760">
                <a:lnSpc>
                  <a:spcPct val="100000"/>
                </a:lnSpc>
                <a:tabLst>
                  <a:tab algn="l" pos="0"/>
                </a:tabLst>
              </a:pPr>
              <a:endParaRPr b="0" lang="en-US" sz="2800" spc="-1" strike="noStrike">
                <a:solidFill>
                  <a:srgbClr val="ffffff"/>
                </a:solidFill>
                <a:latin typeface="Arial"/>
              </a:endParaRPr>
            </a:p>
            <a:p>
              <a:pPr algn="ctr" defTabSz="4388760">
                <a:lnSpc>
                  <a:spcPct val="100000"/>
                </a:lnSpc>
                <a:tabLst>
                  <a:tab algn="l" pos="0"/>
                </a:tabLst>
              </a:pPr>
              <a:r>
                <a:rPr b="1" lang="en-US" sz="3200" spc="-1" strike="noStrike">
                  <a:solidFill>
                    <a:srgbClr val="ffc000"/>
                  </a:solidFill>
                  <a:latin typeface="Trebuchet MS"/>
                </a:rPr>
                <a:t>Title, Authors, and Affiliations</a:t>
              </a:r>
              <a:endParaRPr b="0" lang="en-US" sz="3200" spc="-1" strike="noStrike">
                <a:solidFill>
                  <a:srgbClr val="ffffff"/>
                </a:solidFill>
                <a:latin typeface="Arial"/>
              </a:endParaRPr>
            </a:p>
            <a:p>
              <a:pPr defTabSz="4388760">
                <a:lnSpc>
                  <a:spcPct val="100000"/>
                </a:lnSpc>
                <a:tabLst>
                  <a:tab algn="l" pos="0"/>
                </a:tabLst>
              </a:pPr>
              <a:r>
                <a:rPr b="0" lang="en-US" sz="2400" spc="-1" strike="noStrike">
                  <a:solidFill>
                    <a:schemeClr val="lt1">
                      <a:lumMod val="75000"/>
                    </a:schemeClr>
                  </a:solidFill>
                  <a:latin typeface="Trebuchet MS"/>
                </a:rPr>
                <a:t>Start designing your poster by adding the title, the names of the authors, and the affiliated institutions. You can type or paste text into the provided boxes. The template will automatically adjust the size of your text to fit the title box. You can manually override this feature and change the size of your text. </a:t>
              </a:r>
              <a:endParaRPr b="0" lang="en-US" sz="2400" spc="-1" strike="noStrike">
                <a:solidFill>
                  <a:srgbClr val="ffffff"/>
                </a:solidFill>
                <a:latin typeface="Arial"/>
              </a:endParaRPr>
            </a:p>
            <a:p>
              <a:pPr defTabSz="4388760">
                <a:lnSpc>
                  <a:spcPct val="100000"/>
                </a:lnSpc>
                <a:tabLst>
                  <a:tab algn="l" pos="0"/>
                </a:tabLst>
              </a:pPr>
              <a:endParaRPr b="0" lang="en-US" sz="2400" spc="-1" strike="noStrike">
                <a:solidFill>
                  <a:srgbClr val="ffffff"/>
                </a:solidFill>
                <a:latin typeface="Arial"/>
              </a:endParaRPr>
            </a:p>
            <a:p>
              <a:pPr defTabSz="4388760">
                <a:lnSpc>
                  <a:spcPct val="100000"/>
                </a:lnSpc>
                <a:tabLst>
                  <a:tab algn="l" pos="0"/>
                </a:tabLst>
              </a:pPr>
              <a:r>
                <a:rPr b="1" lang="en-US" sz="2400" spc="299" strike="noStrike">
                  <a:solidFill>
                    <a:srgbClr val="ffc000"/>
                  </a:solidFill>
                  <a:latin typeface="Trebuchet MS"/>
                </a:rPr>
                <a:t>TIP</a:t>
              </a:r>
              <a:r>
                <a:rPr b="1" lang="en-US" sz="2400" spc="-1" strike="noStrike">
                  <a:solidFill>
                    <a:srgbClr val="ffc000"/>
                  </a:solidFill>
                  <a:latin typeface="Trebuchet MS"/>
                </a:rPr>
                <a:t>: </a:t>
              </a:r>
              <a:r>
                <a:rPr b="0" lang="en-US" sz="2400" spc="-1" strike="noStrike">
                  <a:solidFill>
                    <a:schemeClr val="lt1">
                      <a:lumMod val="75000"/>
                    </a:schemeClr>
                  </a:solidFill>
                  <a:latin typeface="Trebuchet MS"/>
                </a:rPr>
                <a:t>The font size of your title should be bigger than your name(s) and institution name(s).</a:t>
              </a:r>
              <a:endParaRPr b="0" lang="en-US" sz="2400" spc="-1" strike="noStrike">
                <a:solidFill>
                  <a:srgbClr val="ffffff"/>
                </a:solidFill>
                <a:latin typeface="Arial"/>
              </a:endParaRPr>
            </a:p>
            <a:p>
              <a:pPr defTabSz="4388760">
                <a:lnSpc>
                  <a:spcPct val="100000"/>
                </a:lnSpc>
                <a:tabLst>
                  <a:tab algn="l" pos="0"/>
                </a:tabLst>
              </a:pPr>
              <a:br>
                <a:rPr sz="2800"/>
              </a:br>
              <a:endParaRPr b="0" lang="en-US" sz="2800" spc="-1" strike="noStrike">
                <a:solidFill>
                  <a:srgbClr val="ffffff"/>
                </a:solidFill>
                <a:latin typeface="Arial"/>
              </a:endParaRPr>
            </a:p>
            <a:p>
              <a:pPr algn="ctr" defTabSz="4388760">
                <a:lnSpc>
                  <a:spcPct val="100000"/>
                </a:lnSpc>
                <a:tabLst>
                  <a:tab algn="l" pos="0"/>
                </a:tabLst>
              </a:pPr>
              <a:endParaRPr b="0" lang="en-US" sz="2800" spc="-1" strike="noStrike">
                <a:solidFill>
                  <a:srgbClr val="ffffff"/>
                </a:solidFill>
                <a:latin typeface="Arial"/>
              </a:endParaRPr>
            </a:p>
            <a:p>
              <a:pPr algn="ctr" defTabSz="4388760">
                <a:lnSpc>
                  <a:spcPct val="100000"/>
                </a:lnSpc>
                <a:tabLst>
                  <a:tab algn="l" pos="0"/>
                </a:tabLst>
              </a:pPr>
              <a:endParaRPr b="0" lang="en-US" sz="2800" spc="-1" strike="noStrike">
                <a:solidFill>
                  <a:srgbClr val="ffffff"/>
                </a:solidFill>
                <a:latin typeface="Arial"/>
              </a:endParaRPr>
            </a:p>
            <a:p>
              <a:pPr algn="ctr" defTabSz="4388760">
                <a:lnSpc>
                  <a:spcPct val="100000"/>
                </a:lnSpc>
                <a:tabLst>
                  <a:tab algn="l" pos="0"/>
                </a:tabLst>
              </a:pPr>
              <a:r>
                <a:rPr b="1" lang="en-US" sz="3200" spc="-1" strike="noStrike">
                  <a:solidFill>
                    <a:srgbClr val="ffc000"/>
                  </a:solidFill>
                  <a:latin typeface="Trebuchet MS"/>
                </a:rPr>
                <a:t>Adding Logos / Seals</a:t>
              </a:r>
              <a:endParaRPr b="0" lang="en-US" sz="3200" spc="-1" strike="noStrike">
                <a:solidFill>
                  <a:srgbClr val="ffffff"/>
                </a:solidFill>
                <a:latin typeface="Arial"/>
              </a:endParaRPr>
            </a:p>
            <a:p>
              <a:pPr defTabSz="4388760">
                <a:lnSpc>
                  <a:spcPct val="100000"/>
                </a:lnSpc>
                <a:tabLst>
                  <a:tab algn="l" pos="0"/>
                </a:tabLst>
              </a:pPr>
              <a:r>
                <a:rPr b="0" lang="en-US" sz="2400" spc="-1" strike="noStrike">
                  <a:solidFill>
                    <a:schemeClr val="lt1">
                      <a:lumMod val="75000"/>
                    </a:schemeClr>
                  </a:solidFill>
                  <a:latin typeface="Trebuchet MS"/>
                </a:rPr>
                <a:t>Most often, logos are added on each side of the title. You can insert a logo by dragging and dropping it from your desktop, copy and paste or by going to INSERT &gt; PICTURES. Logos taken from web sites are likely to be low quality when printed. Zoom it at 100% to see what the logo will look like on the final poster and make any necessary adjustments.  </a:t>
              </a:r>
              <a:endParaRPr b="0" lang="en-US" sz="2400" spc="-1" strike="noStrike">
                <a:solidFill>
                  <a:srgbClr val="ffffff"/>
                </a:solidFill>
                <a:latin typeface="Arial"/>
              </a:endParaRPr>
            </a:p>
            <a:p>
              <a:pPr defTabSz="4388760">
                <a:lnSpc>
                  <a:spcPct val="100000"/>
                </a:lnSpc>
                <a:tabLst>
                  <a:tab algn="l" pos="0"/>
                </a:tabLst>
              </a:pPr>
              <a:endParaRPr b="0" lang="en-US" sz="2400" spc="-1" strike="noStrike">
                <a:solidFill>
                  <a:srgbClr val="ffffff"/>
                </a:solidFill>
                <a:latin typeface="Arial"/>
              </a:endParaRPr>
            </a:p>
            <a:p>
              <a:pPr defTabSz="4388760">
                <a:lnSpc>
                  <a:spcPct val="100000"/>
                </a:lnSpc>
                <a:tabLst>
                  <a:tab algn="l" pos="0"/>
                </a:tabLst>
              </a:pPr>
              <a:r>
                <a:rPr b="1" lang="en-US" sz="2400" spc="299" strike="noStrike">
                  <a:solidFill>
                    <a:srgbClr val="ffc000"/>
                  </a:solidFill>
                  <a:latin typeface="Trebuchet MS"/>
                </a:rPr>
                <a:t>TIP:</a:t>
              </a:r>
              <a:r>
                <a:rPr b="1" lang="en-US" sz="2400" spc="-1" strike="noStrike">
                  <a:solidFill>
                    <a:srgbClr val="ffc000"/>
                  </a:solidFill>
                  <a:latin typeface="Trebuchet MS"/>
                </a:rPr>
                <a:t> </a:t>
              </a:r>
              <a:r>
                <a:rPr b="0" lang="en-US" sz="2400" spc="-1" strike="noStrike">
                  <a:solidFill>
                    <a:schemeClr val="lt1">
                      <a:lumMod val="75000"/>
                    </a:schemeClr>
                  </a:solidFill>
                  <a:latin typeface="Trebuchet MS"/>
                </a:rPr>
                <a:t>See if your school’s logo is available on our free poster templates page.</a:t>
              </a:r>
              <a:endParaRPr b="0" lang="en-US" sz="2400" spc="-1" strike="noStrike">
                <a:solidFill>
                  <a:srgbClr val="ffffff"/>
                </a:solidFill>
                <a:latin typeface="Arial"/>
              </a:endParaRPr>
            </a:p>
            <a:p>
              <a:pPr defTabSz="4388760">
                <a:lnSpc>
                  <a:spcPct val="100000"/>
                </a:lnSpc>
                <a:tabLst>
                  <a:tab algn="l" pos="0"/>
                </a:tabLst>
              </a:pPr>
              <a:endParaRPr b="0" lang="en-US" sz="2400" spc="-1" strike="noStrike">
                <a:solidFill>
                  <a:srgbClr val="ffffff"/>
                </a:solidFill>
                <a:latin typeface="Arial"/>
              </a:endParaRPr>
            </a:p>
            <a:p>
              <a:pPr algn="ctr" defTabSz="4388760">
                <a:lnSpc>
                  <a:spcPct val="100000"/>
                </a:lnSpc>
                <a:tabLst>
                  <a:tab algn="l" pos="0"/>
                </a:tabLst>
              </a:pPr>
              <a:r>
                <a:rPr b="1" lang="en-US" sz="3200" spc="-1" strike="noStrike">
                  <a:solidFill>
                    <a:srgbClr val="ffc000"/>
                  </a:solidFill>
                  <a:latin typeface="Trebuchet MS"/>
                </a:rPr>
                <a:t>Photographs / Graphics</a:t>
              </a:r>
              <a:endParaRPr b="0" lang="en-US" sz="3200" spc="-1" strike="noStrike">
                <a:solidFill>
                  <a:srgbClr val="ffffff"/>
                </a:solidFill>
                <a:latin typeface="Arial"/>
              </a:endParaRPr>
            </a:p>
            <a:p>
              <a:pPr defTabSz="977760">
                <a:lnSpc>
                  <a:spcPct val="100000"/>
                </a:lnSpc>
                <a:tabLst>
                  <a:tab algn="l" pos="0"/>
                </a:tabLst>
              </a:pPr>
              <a:r>
                <a:rPr b="0" lang="en-US" sz="2400" spc="-1" strike="noStrike">
                  <a:solidFill>
                    <a:schemeClr val="lt1">
                      <a:lumMod val="75000"/>
                    </a:schemeClr>
                  </a:solidFill>
                  <a:latin typeface="Trebuchet MS"/>
                </a:rPr>
                <a:t>You can add images by dragging and dropping from your desktop, copy and paste, or by going to INSERT &gt; PICTURES. Resize images proportionally by holding down the SHIFT key and dragging one of the corner handles. For a professional-looking poster, do not distort your images by enlarging them disproportionally.</a:t>
              </a:r>
              <a:endParaRPr b="0" lang="en-US" sz="2400" spc="-1" strike="noStrike">
                <a:solidFill>
                  <a:srgbClr val="ffffff"/>
                </a:solidFill>
                <a:latin typeface="Arial"/>
              </a:endParaRPr>
            </a:p>
            <a:p>
              <a:pPr defTabSz="977760">
                <a:lnSpc>
                  <a:spcPct val="100000"/>
                </a:lnSpc>
                <a:tabLst>
                  <a:tab algn="l" pos="0"/>
                </a:tabLst>
              </a:pPr>
              <a:endParaRPr b="0" lang="en-US" sz="2400" spc="-1" strike="noStrike">
                <a:solidFill>
                  <a:srgbClr val="ffffff"/>
                </a:solidFill>
                <a:latin typeface="Arial"/>
              </a:endParaRPr>
            </a:p>
            <a:p>
              <a:pPr algn="ctr" defTabSz="4388760">
                <a:lnSpc>
                  <a:spcPct val="100000"/>
                </a:lnSpc>
                <a:tabLst>
                  <a:tab algn="l" pos="0"/>
                </a:tabLst>
              </a:pPr>
              <a:endParaRPr b="0" lang="en-US" sz="2800" spc="-1" strike="noStrike">
                <a:solidFill>
                  <a:srgbClr val="ffffff"/>
                </a:solidFill>
                <a:latin typeface="Arial"/>
              </a:endParaRPr>
            </a:p>
            <a:p>
              <a:pPr algn="ctr" defTabSz="4388760">
                <a:lnSpc>
                  <a:spcPct val="100000"/>
                </a:lnSpc>
                <a:tabLst>
                  <a:tab algn="l" pos="0"/>
                </a:tabLst>
              </a:pPr>
              <a:endParaRPr b="0" lang="en-US" sz="2800" spc="-1" strike="noStrike">
                <a:solidFill>
                  <a:srgbClr val="ffffff"/>
                </a:solidFill>
                <a:latin typeface="Arial"/>
              </a:endParaRPr>
            </a:p>
            <a:p>
              <a:pPr algn="ctr" defTabSz="4388760">
                <a:lnSpc>
                  <a:spcPct val="100000"/>
                </a:lnSpc>
                <a:tabLst>
                  <a:tab algn="l" pos="0"/>
                </a:tabLst>
              </a:pPr>
              <a:endParaRPr b="0" lang="en-US" sz="2800" spc="-1" strike="noStrike">
                <a:solidFill>
                  <a:srgbClr val="ffffff"/>
                </a:solidFill>
                <a:latin typeface="Arial"/>
              </a:endParaRPr>
            </a:p>
            <a:p>
              <a:pPr algn="ctr" defTabSz="4388760">
                <a:lnSpc>
                  <a:spcPct val="100000"/>
                </a:lnSpc>
                <a:tabLst>
                  <a:tab algn="l" pos="0"/>
                </a:tabLst>
              </a:pPr>
              <a:endParaRPr b="0" lang="en-US" sz="2800" spc="-1" strike="noStrike">
                <a:solidFill>
                  <a:srgbClr val="ffffff"/>
                </a:solidFill>
                <a:latin typeface="Arial"/>
              </a:endParaRPr>
            </a:p>
            <a:p>
              <a:pPr algn="ctr" defTabSz="4388760">
                <a:lnSpc>
                  <a:spcPct val="100000"/>
                </a:lnSpc>
                <a:tabLst>
                  <a:tab algn="l" pos="0"/>
                </a:tabLst>
              </a:pPr>
              <a:endParaRPr b="0" lang="en-US" sz="2800" spc="-1" strike="noStrike">
                <a:solidFill>
                  <a:srgbClr val="ffffff"/>
                </a:solidFill>
                <a:latin typeface="Arial"/>
              </a:endParaRPr>
            </a:p>
            <a:p>
              <a:pPr algn="ctr" defTabSz="4388760">
                <a:lnSpc>
                  <a:spcPct val="100000"/>
                </a:lnSpc>
                <a:tabLst>
                  <a:tab algn="l" pos="0"/>
                </a:tabLst>
              </a:pPr>
              <a:endParaRPr b="0" lang="en-US" sz="2800" spc="-1" strike="noStrike">
                <a:solidFill>
                  <a:srgbClr val="ffffff"/>
                </a:solidFill>
                <a:latin typeface="Arial"/>
              </a:endParaRPr>
            </a:p>
            <a:p>
              <a:pPr algn="ctr" defTabSz="4388760">
                <a:lnSpc>
                  <a:spcPct val="100000"/>
                </a:lnSpc>
                <a:tabLst>
                  <a:tab algn="l" pos="0"/>
                </a:tabLst>
              </a:pPr>
              <a:r>
                <a:rPr b="1" lang="en-US" sz="3200" spc="-1" strike="noStrike">
                  <a:solidFill>
                    <a:srgbClr val="ffc000"/>
                  </a:solidFill>
                  <a:latin typeface="Trebuchet MS"/>
                </a:rPr>
                <a:t>Image Quality Check</a:t>
              </a:r>
              <a:endParaRPr b="0" lang="en-US" sz="3200" spc="-1" strike="noStrike">
                <a:solidFill>
                  <a:srgbClr val="ffffff"/>
                </a:solidFill>
                <a:latin typeface="Arial"/>
              </a:endParaRPr>
            </a:p>
            <a:p>
              <a:pPr defTabSz="977760">
                <a:lnSpc>
                  <a:spcPct val="100000"/>
                </a:lnSpc>
                <a:tabLst>
                  <a:tab algn="l" pos="0"/>
                </a:tabLst>
              </a:pPr>
              <a:r>
                <a:rPr b="0" lang="en-US" sz="2400" spc="-1" strike="noStrike">
                  <a:solidFill>
                    <a:schemeClr val="lt1">
                      <a:lumMod val="75000"/>
                    </a:schemeClr>
                  </a:solidFill>
                  <a:latin typeface="Trebuchet MS"/>
                </a:rPr>
                <a:t>Zoom in and look at your images at 100% magnification. If they look good they will print well. </a:t>
              </a:r>
              <a:endParaRPr b="0" lang="en-US" sz="2400" spc="-1" strike="noStrike">
                <a:solidFill>
                  <a:srgbClr val="ffffff"/>
                </a:solidFill>
                <a:latin typeface="Arial"/>
              </a:endParaRPr>
            </a:p>
          </p:txBody>
        </p:sp>
        <p:cxnSp>
          <p:nvCxnSpPr>
            <p:cNvPr id="133" name="Straight Connector 54"/>
            <p:cNvCxnSpPr/>
            <p:nvPr/>
          </p:nvCxnSpPr>
          <p:spPr>
            <a:xfrm>
              <a:off x="-11225160" y="8422200"/>
              <a:ext cx="11000160" cy="3960"/>
            </a:xfrm>
            <a:prstGeom prst="straightConnector1">
              <a:avLst/>
            </a:prstGeom>
            <a:ln>
              <a:solidFill>
                <a:srgbClr val="ffc000"/>
              </a:solidFill>
              <a:round/>
            </a:ln>
          </p:spPr>
        </p:cxnSp>
        <p:pic>
          <p:nvPicPr>
            <p:cNvPr id="134" name="Picture 55" descr=""/>
            <p:cNvPicPr/>
            <p:nvPr/>
          </p:nvPicPr>
          <p:blipFill>
            <a:blip r:embed="rId8"/>
            <a:stretch/>
          </p:blipFill>
          <p:spPr>
            <a:xfrm>
              <a:off x="-10740600" y="10261800"/>
              <a:ext cx="1597320" cy="1201680"/>
            </a:xfrm>
            <a:prstGeom prst="rect">
              <a:avLst/>
            </a:prstGeom>
            <a:ln w="0">
              <a:noFill/>
            </a:ln>
          </p:spPr>
        </p:pic>
        <p:pic>
          <p:nvPicPr>
            <p:cNvPr id="135" name="Picture 56" descr=""/>
            <p:cNvPicPr/>
            <p:nvPr/>
          </p:nvPicPr>
          <p:blipFill>
            <a:blip r:embed="rId9"/>
            <a:stretch/>
          </p:blipFill>
          <p:spPr>
            <a:xfrm>
              <a:off x="-10732680" y="15697080"/>
              <a:ext cx="9986400" cy="1053360"/>
            </a:xfrm>
            <a:prstGeom prst="rect">
              <a:avLst/>
            </a:prstGeom>
            <a:ln w="0">
              <a:noFill/>
            </a:ln>
          </p:spPr>
        </p:pic>
        <p:grpSp>
          <p:nvGrpSpPr>
            <p:cNvPr id="136" name="Group 57"/>
            <p:cNvGrpSpPr/>
            <p:nvPr/>
          </p:nvGrpSpPr>
          <p:grpSpPr>
            <a:xfrm>
              <a:off x="-9744840" y="23541120"/>
              <a:ext cx="7530480" cy="2036880"/>
              <a:chOff x="-9744840" y="23541120"/>
              <a:chExt cx="7530480" cy="2036880"/>
            </a:xfrm>
          </p:grpSpPr>
          <p:grpSp>
            <p:nvGrpSpPr>
              <p:cNvPr id="137" name="Group 63"/>
              <p:cNvGrpSpPr/>
              <p:nvPr/>
            </p:nvGrpSpPr>
            <p:grpSpPr>
              <a:xfrm>
                <a:off x="-6084720" y="23637240"/>
                <a:ext cx="1354680" cy="1940040"/>
                <a:chOff x="-6084720" y="23637240"/>
                <a:chExt cx="1354680" cy="1940040"/>
              </a:xfrm>
            </p:grpSpPr>
            <p:pic>
              <p:nvPicPr>
                <p:cNvPr id="138" name="Picture 69" descr=""/>
                <p:cNvPicPr/>
                <p:nvPr/>
              </p:nvPicPr>
              <p:blipFill>
                <a:blip r:embed="rId10"/>
                <a:stretch/>
              </p:blipFill>
              <p:spPr>
                <a:xfrm>
                  <a:off x="-6066360" y="23637240"/>
                  <a:ext cx="1336320" cy="1656360"/>
                </a:xfrm>
                <a:prstGeom prst="rect">
                  <a:avLst/>
                </a:prstGeom>
                <a:ln w="0">
                  <a:noFill/>
                </a:ln>
              </p:spPr>
            </p:pic>
            <p:sp>
              <p:nvSpPr>
                <p:cNvPr id="139" name="TextBox 70"/>
                <p:cNvSpPr/>
                <p:nvPr/>
              </p:nvSpPr>
              <p:spPr>
                <a:xfrm>
                  <a:off x="-6084720" y="25151040"/>
                  <a:ext cx="1354680" cy="426240"/>
                </a:xfrm>
                <a:prstGeom prst="rect">
                  <a:avLst/>
                </a:prstGeom>
                <a:solidFill>
                  <a:schemeClr val="accent1"/>
                </a:solidFill>
                <a:ln w="0">
                  <a:noFill/>
                </a:ln>
              </p:spPr>
              <p:style>
                <a:lnRef idx="0"/>
                <a:fillRef idx="0"/>
                <a:effectRef idx="0"/>
                <a:fontRef idx="minor"/>
              </p:style>
              <p:txBody>
                <a:bodyPr tIns="91440" bIns="91440" anchor="t">
                  <a:spAutoFit/>
                </a:bodyPr>
                <a:p>
                  <a:pPr algn="ctr" defTabSz="4388760">
                    <a:lnSpc>
                      <a:spcPct val="100000"/>
                    </a:lnSpc>
                  </a:pPr>
                  <a:r>
                    <a:rPr b="1" lang="en-US" sz="1600" spc="-1" strike="noStrike">
                      <a:solidFill>
                        <a:schemeClr val="dk1"/>
                      </a:solidFill>
                      <a:latin typeface="Calibri"/>
                    </a:rPr>
                    <a:t>ORIGINAL</a:t>
                  </a:r>
                  <a:endParaRPr b="0" lang="en-US" sz="1600" spc="-1" strike="noStrike">
                    <a:solidFill>
                      <a:srgbClr val="000000"/>
                    </a:solidFill>
                    <a:latin typeface="Arial"/>
                  </a:endParaRPr>
                </a:p>
              </p:txBody>
            </p:sp>
          </p:grpSp>
          <p:grpSp>
            <p:nvGrpSpPr>
              <p:cNvPr id="140" name="Group 64"/>
              <p:cNvGrpSpPr/>
              <p:nvPr/>
            </p:nvGrpSpPr>
            <p:grpSpPr>
              <a:xfrm>
                <a:off x="-4456440" y="23637240"/>
                <a:ext cx="2242080" cy="1940760"/>
                <a:chOff x="-4456440" y="23637240"/>
                <a:chExt cx="2242080" cy="1940760"/>
              </a:xfrm>
            </p:grpSpPr>
            <p:pic>
              <p:nvPicPr>
                <p:cNvPr id="141" name="Picture 67" descr=""/>
                <p:cNvPicPr/>
                <p:nvPr/>
              </p:nvPicPr>
              <p:blipFill>
                <a:blip r:embed="rId11"/>
                <a:stretch/>
              </p:blipFill>
              <p:spPr>
                <a:xfrm>
                  <a:off x="-4456440" y="23637240"/>
                  <a:ext cx="2242080" cy="1630440"/>
                </a:xfrm>
                <a:prstGeom prst="rect">
                  <a:avLst/>
                </a:prstGeom>
                <a:ln w="0">
                  <a:noFill/>
                </a:ln>
              </p:spPr>
            </p:pic>
            <p:sp>
              <p:nvSpPr>
                <p:cNvPr id="142" name="TextBox 68"/>
                <p:cNvSpPr/>
                <p:nvPr/>
              </p:nvSpPr>
              <p:spPr>
                <a:xfrm>
                  <a:off x="-4452120" y="25182000"/>
                  <a:ext cx="2237760" cy="396000"/>
                </a:xfrm>
                <a:prstGeom prst="rect">
                  <a:avLst/>
                </a:prstGeom>
                <a:solidFill>
                  <a:srgbClr val="ff0000"/>
                </a:solidFill>
                <a:ln w="0">
                  <a:noFill/>
                </a:ln>
              </p:spPr>
              <p:style>
                <a:lnRef idx="0"/>
                <a:fillRef idx="0"/>
                <a:effectRef idx="0"/>
                <a:fontRef idx="minor"/>
              </p:style>
              <p:txBody>
                <a:bodyPr lIns="457200" rIns="457200" tIns="91440" bIns="91440" anchor="t">
                  <a:spAutoFit/>
                </a:bodyPr>
                <a:p>
                  <a:pPr algn="ctr" defTabSz="4388760">
                    <a:lnSpc>
                      <a:spcPct val="100000"/>
                    </a:lnSpc>
                  </a:pPr>
                  <a:r>
                    <a:rPr b="1" lang="en-US" sz="1400" spc="-1" strike="noStrike">
                      <a:solidFill>
                        <a:schemeClr val="lt1"/>
                      </a:solidFill>
                      <a:latin typeface="Calibri"/>
                    </a:rPr>
                    <a:t>DISTORTED</a:t>
                  </a:r>
                  <a:endParaRPr b="0" lang="en-US" sz="1400" spc="-1" strike="noStrike">
                    <a:solidFill>
                      <a:srgbClr val="ffffff"/>
                    </a:solidFill>
                    <a:latin typeface="Arial"/>
                  </a:endParaRPr>
                </a:p>
              </p:txBody>
            </p:sp>
          </p:grpSp>
          <p:pic>
            <p:nvPicPr>
              <p:cNvPr id="143" name="Picture 65" descr=""/>
              <p:cNvPicPr/>
              <p:nvPr/>
            </p:nvPicPr>
            <p:blipFill>
              <a:blip r:embed="rId12"/>
              <a:stretch/>
            </p:blipFill>
            <p:spPr>
              <a:xfrm>
                <a:off x="-9744840" y="23541120"/>
                <a:ext cx="2383920" cy="1845000"/>
              </a:xfrm>
              <a:prstGeom prst="rect">
                <a:avLst/>
              </a:prstGeom>
              <a:ln w="0">
                <a:noFill/>
              </a:ln>
            </p:spPr>
          </p:pic>
          <p:sp>
            <p:nvSpPr>
              <p:cNvPr id="144" name="TextBox 66"/>
              <p:cNvSpPr/>
              <p:nvPr/>
            </p:nvSpPr>
            <p:spPr>
              <a:xfrm>
                <a:off x="-9680400" y="24953400"/>
                <a:ext cx="2247120" cy="486720"/>
              </a:xfrm>
              <a:prstGeom prst="rect">
                <a:avLst/>
              </a:prstGeom>
              <a:noFill/>
              <a:ln w="0">
                <a:noFill/>
              </a:ln>
            </p:spPr>
            <p:style>
              <a:lnRef idx="0"/>
              <a:fillRef idx="0"/>
              <a:effectRef idx="0"/>
              <a:fontRef idx="minor"/>
            </p:style>
            <p:txBody>
              <a:bodyPr lIns="457200" rIns="457200" tIns="350640" bIns="-106560" anchor="t">
                <a:spAutoFit/>
              </a:bodyPr>
              <a:p>
                <a:pPr algn="ctr" defTabSz="4388760">
                  <a:lnSpc>
                    <a:spcPct val="100000"/>
                  </a:lnSpc>
                </a:pPr>
                <a:r>
                  <a:rPr b="0" lang="en-US" sz="1600" spc="-1" strike="noStrike">
                    <a:solidFill>
                      <a:schemeClr val="lt1"/>
                    </a:solidFill>
                    <a:latin typeface="Calibri"/>
                  </a:rPr>
                  <a:t>Corner handles</a:t>
                </a:r>
                <a:endParaRPr b="0" lang="en-US" sz="1600" spc="-1" strike="noStrike">
                  <a:solidFill>
                    <a:srgbClr val="ffffff"/>
                  </a:solidFill>
                  <a:latin typeface="Arial"/>
                </a:endParaRPr>
              </a:p>
            </p:txBody>
          </p:sp>
        </p:grpSp>
        <p:grpSp>
          <p:nvGrpSpPr>
            <p:cNvPr id="145" name="Group 58"/>
            <p:cNvGrpSpPr/>
            <p:nvPr/>
          </p:nvGrpSpPr>
          <p:grpSpPr>
            <a:xfrm>
              <a:off x="-10398960" y="27751320"/>
              <a:ext cx="9319320" cy="2453400"/>
              <a:chOff x="-10398960" y="27751320"/>
              <a:chExt cx="9319320" cy="2453400"/>
            </a:xfrm>
          </p:grpSpPr>
          <p:graphicFrame>
            <p:nvGraphicFramePr>
              <p:cNvPr id="146" name=""/>
              <p:cNvGraphicFramePr/>
              <p:nvPr/>
            </p:nvGraphicFramePr>
            <p:xfrm>
              <a:off x="-9918000" y="27751320"/>
              <a:ext cx="3967920" cy="2432160"/>
            </p:xfrm>
            <a:graphic>
              <a:graphicData uri="http://schemas.openxmlformats.org/presentationml/2006/ole">
                <p:oleObj progId="Photoshop.Image.13" r:id="rId13" spid="">
                  <p:embed/>
                  <p:pic>
                    <p:nvPicPr>
                      <p:cNvPr id="147" name="" descr=""/>
                      <p:cNvPicPr/>
                      <p:nvPr/>
                    </p:nvPicPr>
                    <p:blipFill>
                      <a:blip r:embed="rId14"/>
                      <a:stretch/>
                    </p:blipFill>
                    <p:spPr>
                      <a:xfrm>
                        <a:off x="-9918000" y="27751320"/>
                        <a:ext cx="3967920" cy="2432160"/>
                      </a:xfrm>
                      <a:prstGeom prst="rect">
                        <a:avLst/>
                      </a:prstGeom>
                      <a:ln w="0">
                        <a:noFill/>
                      </a:ln>
                    </p:spPr>
                  </p:pic>
                </p:oleObj>
              </a:graphicData>
            </a:graphic>
          </p:graphicFrame>
          <p:graphicFrame>
            <p:nvGraphicFramePr>
              <p:cNvPr id="148" name=""/>
              <p:cNvGraphicFramePr/>
              <p:nvPr/>
            </p:nvGraphicFramePr>
            <p:xfrm>
              <a:off x="-5411520" y="27759600"/>
              <a:ext cx="3967920" cy="2432160"/>
            </p:xfrm>
            <a:graphic>
              <a:graphicData uri="http://schemas.openxmlformats.org/presentationml/2006/ole">
                <p:oleObj progId="Photoshop.Image.13" r:id="rId15" spid="">
                  <p:embed/>
                  <p:pic>
                    <p:nvPicPr>
                      <p:cNvPr id="149" name="" descr=""/>
                      <p:cNvPicPr/>
                      <p:nvPr/>
                    </p:nvPicPr>
                    <p:blipFill>
                      <a:blip r:embed="rId16"/>
                      <a:stretch/>
                    </p:blipFill>
                    <p:spPr>
                      <a:xfrm>
                        <a:off x="-5411520" y="27759600"/>
                        <a:ext cx="3967920" cy="2432160"/>
                      </a:xfrm>
                      <a:prstGeom prst="rect">
                        <a:avLst/>
                      </a:prstGeom>
                      <a:ln w="0">
                        <a:noFill/>
                      </a:ln>
                    </p:spPr>
                  </p:pic>
                </p:oleObj>
              </a:graphicData>
            </a:graphic>
          </p:graphicFrame>
          <p:sp>
            <p:nvSpPr>
              <p:cNvPr id="150" name="TextBox 61"/>
              <p:cNvSpPr/>
              <p:nvPr/>
            </p:nvSpPr>
            <p:spPr>
              <a:xfrm rot="16200000">
                <a:off x="-11447640" y="28800360"/>
                <a:ext cx="2432160" cy="334800"/>
              </a:xfrm>
              <a:prstGeom prst="rect">
                <a:avLst/>
              </a:prstGeom>
              <a:noFill/>
              <a:ln w="0">
                <a:noFill/>
              </a:ln>
            </p:spPr>
            <p:style>
              <a:lnRef idx="0"/>
              <a:fillRef idx="0"/>
              <a:effectRef idx="0"/>
              <a:fontRef idx="minor"/>
            </p:style>
            <p:txBody>
              <a:bodyPr tIns="91440" bIns="0" anchor="t">
                <a:spAutoFit/>
              </a:bodyPr>
              <a:p>
                <a:pPr algn="ctr" defTabSz="4388760">
                  <a:lnSpc>
                    <a:spcPct val="100000"/>
                  </a:lnSpc>
                </a:pPr>
                <a:r>
                  <a:rPr b="0" lang="en-US" sz="1600" spc="-1" strike="noStrike">
                    <a:solidFill>
                      <a:srgbClr val="92d050"/>
                    </a:solidFill>
                    <a:latin typeface="Calibri"/>
                  </a:rPr>
                  <a:t>Good </a:t>
                </a:r>
                <a:r>
                  <a:rPr b="0" lang="en-US" sz="1600" spc="-1" strike="noStrike">
                    <a:solidFill>
                      <a:schemeClr val="lt1"/>
                    </a:solidFill>
                    <a:latin typeface="Calibri"/>
                  </a:rPr>
                  <a:t>printing quality</a:t>
                </a:r>
                <a:endParaRPr b="0" lang="en-US" sz="1600" spc="-1" strike="noStrike">
                  <a:solidFill>
                    <a:srgbClr val="ffffff"/>
                  </a:solidFill>
                  <a:latin typeface="Arial"/>
                </a:endParaRPr>
              </a:p>
            </p:txBody>
          </p:sp>
          <p:sp>
            <p:nvSpPr>
              <p:cNvPr id="151" name="TextBox 62"/>
              <p:cNvSpPr/>
              <p:nvPr/>
            </p:nvSpPr>
            <p:spPr>
              <a:xfrm rot="16200000">
                <a:off x="-2463120" y="28821240"/>
                <a:ext cx="2432160" cy="334800"/>
              </a:xfrm>
              <a:prstGeom prst="rect">
                <a:avLst/>
              </a:prstGeom>
              <a:noFill/>
              <a:ln w="0">
                <a:noFill/>
              </a:ln>
            </p:spPr>
            <p:style>
              <a:lnRef idx="0"/>
              <a:fillRef idx="0"/>
              <a:effectRef idx="0"/>
              <a:fontRef idx="minor"/>
            </p:style>
            <p:txBody>
              <a:bodyPr tIns="91440" bIns="0" anchor="t">
                <a:spAutoFit/>
              </a:bodyPr>
              <a:p>
                <a:pPr algn="ctr" defTabSz="4388760">
                  <a:lnSpc>
                    <a:spcPct val="100000"/>
                  </a:lnSpc>
                </a:pPr>
                <a:r>
                  <a:rPr b="0" lang="en-US" sz="1600" spc="-1" strike="noStrike">
                    <a:solidFill>
                      <a:srgbClr val="ff0000"/>
                    </a:solidFill>
                    <a:latin typeface="Calibri"/>
                  </a:rPr>
                  <a:t>Bad </a:t>
                </a:r>
                <a:r>
                  <a:rPr b="0" lang="en-US" sz="1600" spc="-1" strike="noStrike">
                    <a:solidFill>
                      <a:schemeClr val="lt1"/>
                    </a:solidFill>
                    <a:latin typeface="Calibri"/>
                  </a:rPr>
                  <a:t>printing quality</a:t>
                </a:r>
                <a:endParaRPr b="0" lang="en-US" sz="1600" spc="-1" strike="noStrike">
                  <a:solidFill>
                    <a:srgbClr val="ffffff"/>
                  </a:solidFill>
                  <a:latin typeface="Arial"/>
                </a:endParaRPr>
              </a:p>
            </p:txBody>
          </p:sp>
        </p:grpSp>
      </p:grpSp>
      <p:sp>
        <p:nvSpPr>
          <p:cNvPr id="152" name="Text Box 14"/>
          <p:cNvSpPr/>
          <p:nvPr/>
        </p:nvSpPr>
        <p:spPr>
          <a:xfrm>
            <a:off x="1567440" y="32315760"/>
            <a:ext cx="2514240" cy="319320"/>
          </a:xfrm>
          <a:prstGeom prst="rect">
            <a:avLst/>
          </a:prstGeom>
          <a:noFill/>
          <a:ln w="9525">
            <a:noFill/>
          </a:ln>
        </p:spPr>
        <p:style>
          <a:lnRef idx="0"/>
          <a:fillRef idx="0"/>
          <a:effectRef idx="0"/>
          <a:fontRef idx="minor"/>
        </p:style>
        <p:txBody>
          <a:bodyPr anchor="t">
            <a:spAutoFit/>
          </a:bodyPr>
          <a:p>
            <a:pPr defTabSz="4388760">
              <a:lnSpc>
                <a:spcPct val="65000"/>
              </a:lnSpc>
              <a:spcBef>
                <a:spcPts val="249"/>
              </a:spcBef>
            </a:pPr>
            <a:r>
              <a:rPr b="1" lang="en-US" sz="500" spc="-1" strike="noStrike">
                <a:solidFill>
                  <a:schemeClr val="lt1">
                    <a:lumMod val="75000"/>
                  </a:schemeClr>
                </a:solidFill>
                <a:latin typeface="Arial"/>
              </a:rPr>
              <a:t>RESEARCH POSTER PRESENTATION DESIGN © 2015</a:t>
            </a:r>
            <a:endParaRPr b="0" lang="en-US" sz="500" spc="-1" strike="noStrike">
              <a:solidFill>
                <a:srgbClr val="ffffff"/>
              </a:solidFill>
              <a:latin typeface="Arial"/>
            </a:endParaRPr>
          </a:p>
          <a:p>
            <a:pPr defTabSz="4388760">
              <a:lnSpc>
                <a:spcPct val="65000"/>
              </a:lnSpc>
              <a:spcBef>
                <a:spcPts val="550"/>
              </a:spcBef>
            </a:pPr>
            <a:r>
              <a:rPr b="1" lang="en-US" sz="1100" spc="-1" strike="noStrike">
                <a:solidFill>
                  <a:schemeClr val="lt1">
                    <a:lumMod val="75000"/>
                  </a:schemeClr>
                </a:solidFill>
                <a:latin typeface="Arial"/>
              </a:rPr>
              <a:t>www.PosterPresentations.com</a:t>
            </a:r>
            <a:endParaRPr b="0" lang="en-US" sz="1100" spc="-1" strike="noStrike">
              <a:solidFill>
                <a:srgbClr val="ffffff"/>
              </a:solidFill>
              <a:latin typeface="Arial"/>
            </a:endParaRPr>
          </a:p>
        </p:txBody>
      </p:sp>
      <p:sp>
        <p:nvSpPr>
          <p:cNvPr id="153" name="PlaceHolder 1"/>
          <p:cNvSpPr>
            <a:spLocks noGrp="1"/>
          </p:cNvSpPr>
          <p:nvPr>
            <p:ph type="body"/>
          </p:nvPr>
        </p:nvSpPr>
        <p:spPr>
          <a:xfrm>
            <a:off x="904320" y="6212160"/>
            <a:ext cx="10056600" cy="19549800"/>
          </a:xfrm>
          <a:prstGeom prst="rect">
            <a:avLst/>
          </a:prstGeom>
          <a:noFill/>
          <a:ln w="0">
            <a:noFill/>
          </a:ln>
        </p:spPr>
        <p:txBody>
          <a:bodyPr lIns="228600" rIns="228600" tIns="228600" bIns="228600" anchor="t">
            <a:noAutofit/>
          </a:bodyPr>
          <a:p>
            <a:pPr indent="0" defTabSz="4388760">
              <a:lnSpc>
                <a:spcPct val="100000"/>
              </a:lnSpc>
              <a:spcBef>
                <a:spcPts val="499"/>
              </a:spcBef>
              <a:buNone/>
              <a:tabLst>
                <a:tab algn="l" pos="0"/>
              </a:tabLst>
            </a:pPr>
            <a:r>
              <a:rPr b="0" lang="en-US" sz="2500" spc="-1" strike="noStrike">
                <a:solidFill>
                  <a:schemeClr val="dk1"/>
                </a:solidFill>
                <a:latin typeface="Trebuchet MS"/>
              </a:rPr>
              <a:t>Enter your text here</a:t>
            </a:r>
            <a:endParaRPr b="0" lang="en-US" sz="2500" spc="-1" strike="noStrike">
              <a:solidFill>
                <a:schemeClr val="dk1"/>
              </a:solidFill>
              <a:latin typeface="Calibri"/>
            </a:endParaRPr>
          </a:p>
        </p:txBody>
      </p:sp>
      <p:sp>
        <p:nvSpPr>
          <p:cNvPr id="154" name="PlaceHolder 2"/>
          <p:cNvSpPr>
            <a:spLocks noGrp="1"/>
          </p:cNvSpPr>
          <p:nvPr>
            <p:ph type="body"/>
          </p:nvPr>
        </p:nvSpPr>
        <p:spPr>
          <a:xfrm>
            <a:off x="922320" y="-3911760"/>
            <a:ext cx="10048680" cy="19275480"/>
          </a:xfrm>
          <a:prstGeom prst="rect">
            <a:avLst/>
          </a:prstGeom>
          <a:noFill/>
          <a:ln w="0">
            <a:noFill/>
          </a:ln>
        </p:spPr>
        <p:txBody>
          <a:bodyPr lIns="91440" rIns="91440" tIns="91440" bIns="91440" anchor="ctr">
            <a:noAutofit/>
          </a:bodyPr>
          <a:p>
            <a:pPr indent="0" algn="ctr" defTabSz="4388760">
              <a:lnSpc>
                <a:spcPct val="100000"/>
              </a:lnSpc>
              <a:spcBef>
                <a:spcPts val="740"/>
              </a:spcBef>
              <a:buNone/>
              <a:tabLst>
                <a:tab algn="l" pos="0"/>
              </a:tabLst>
            </a:pPr>
            <a:r>
              <a:rPr b="1" lang="en-US" sz="3700" spc="-1" strike="noStrike" u="sng">
                <a:solidFill>
                  <a:schemeClr val="accent5">
                    <a:lumMod val="50000"/>
                  </a:schemeClr>
                </a:solidFill>
                <a:uFillTx/>
                <a:latin typeface="Calibri"/>
              </a:rPr>
              <a:t>(click to add) INTRODUCTION or ABSTRACT</a:t>
            </a:r>
            <a:endParaRPr b="0" lang="en-US" sz="3700" spc="-1" strike="noStrike">
              <a:solidFill>
                <a:schemeClr val="dk1"/>
              </a:solidFill>
              <a:latin typeface="Calibri"/>
            </a:endParaRPr>
          </a:p>
        </p:txBody>
      </p:sp>
      <p:sp>
        <p:nvSpPr>
          <p:cNvPr id="155" name="PlaceHolder 3"/>
          <p:cNvSpPr>
            <a:spLocks noGrp="1"/>
          </p:cNvSpPr>
          <p:nvPr>
            <p:ph type="body"/>
          </p:nvPr>
        </p:nvSpPr>
        <p:spPr>
          <a:xfrm>
            <a:off x="902520" y="15043680"/>
            <a:ext cx="10058040" cy="19549800"/>
          </a:xfrm>
          <a:prstGeom prst="rect">
            <a:avLst/>
          </a:prstGeom>
          <a:noFill/>
          <a:ln w="0">
            <a:noFill/>
          </a:ln>
        </p:spPr>
        <p:txBody>
          <a:bodyPr lIns="228600" rIns="228600" tIns="228600" bIns="228600" anchor="t">
            <a:noAutofit/>
          </a:bodyPr>
          <a:p>
            <a:pPr indent="0" defTabSz="4388760">
              <a:lnSpc>
                <a:spcPct val="100000"/>
              </a:lnSpc>
              <a:spcBef>
                <a:spcPts val="499"/>
              </a:spcBef>
              <a:buNone/>
              <a:tabLst>
                <a:tab algn="l" pos="0"/>
              </a:tabLst>
            </a:pPr>
            <a:r>
              <a:rPr b="0" lang="en-US" sz="2500" spc="-1" strike="noStrike">
                <a:solidFill>
                  <a:schemeClr val="dk1"/>
                </a:solidFill>
                <a:latin typeface="Trebuchet MS"/>
              </a:rPr>
              <a:t>Enter your text here</a:t>
            </a:r>
            <a:endParaRPr b="0" lang="en-US" sz="2500" spc="-1" strike="noStrike">
              <a:solidFill>
                <a:schemeClr val="dk1"/>
              </a:solidFill>
              <a:latin typeface="Calibri"/>
            </a:endParaRPr>
          </a:p>
        </p:txBody>
      </p:sp>
      <p:sp>
        <p:nvSpPr>
          <p:cNvPr id="156" name="PlaceHolder 4"/>
          <p:cNvSpPr>
            <a:spLocks noGrp="1"/>
          </p:cNvSpPr>
          <p:nvPr>
            <p:ph type="body"/>
          </p:nvPr>
        </p:nvSpPr>
        <p:spPr>
          <a:xfrm>
            <a:off x="922320" y="4951800"/>
            <a:ext cx="10050120" cy="19275480"/>
          </a:xfrm>
          <a:prstGeom prst="rect">
            <a:avLst/>
          </a:prstGeom>
          <a:noFill/>
          <a:ln w="0">
            <a:noFill/>
          </a:ln>
        </p:spPr>
        <p:txBody>
          <a:bodyPr lIns="91440" rIns="91440" tIns="91440" bIns="91440" anchor="ctr">
            <a:noAutofit/>
          </a:bodyPr>
          <a:p>
            <a:pPr indent="0" algn="ctr" defTabSz="4388760">
              <a:lnSpc>
                <a:spcPct val="100000"/>
              </a:lnSpc>
              <a:spcBef>
                <a:spcPts val="740"/>
              </a:spcBef>
              <a:buNone/>
              <a:tabLst>
                <a:tab algn="l" pos="0"/>
              </a:tabLst>
            </a:pPr>
            <a:r>
              <a:rPr b="1" lang="en-US" sz="3700" spc="-1" strike="noStrike" u="sng">
                <a:solidFill>
                  <a:schemeClr val="accent5">
                    <a:lumMod val="50000"/>
                  </a:schemeClr>
                </a:solidFill>
                <a:uFillTx/>
                <a:latin typeface="Calibri"/>
              </a:rPr>
              <a:t>(click to add)  OBJECTIVES</a:t>
            </a:r>
            <a:endParaRPr b="0" lang="en-US" sz="3700" spc="-1" strike="noStrike">
              <a:solidFill>
                <a:schemeClr val="dk1"/>
              </a:solidFill>
              <a:latin typeface="Calibri"/>
            </a:endParaRPr>
          </a:p>
        </p:txBody>
      </p:sp>
      <p:sp>
        <p:nvSpPr>
          <p:cNvPr id="157" name="PlaceHolder 5"/>
          <p:cNvSpPr>
            <a:spLocks noGrp="1"/>
          </p:cNvSpPr>
          <p:nvPr>
            <p:ph type="body"/>
          </p:nvPr>
        </p:nvSpPr>
        <p:spPr>
          <a:xfrm>
            <a:off x="11587320" y="6204240"/>
            <a:ext cx="20719800" cy="19549800"/>
          </a:xfrm>
          <a:prstGeom prst="rect">
            <a:avLst/>
          </a:prstGeom>
          <a:noFill/>
          <a:ln w="0">
            <a:noFill/>
          </a:ln>
        </p:spPr>
        <p:txBody>
          <a:bodyPr lIns="228600" rIns="228600" tIns="228600" bIns="228600" anchor="t">
            <a:noAutofit/>
          </a:bodyPr>
          <a:p>
            <a:pPr indent="0" defTabSz="4388760">
              <a:lnSpc>
                <a:spcPct val="100000"/>
              </a:lnSpc>
              <a:spcBef>
                <a:spcPts val="499"/>
              </a:spcBef>
              <a:buNone/>
              <a:tabLst>
                <a:tab algn="l" pos="0"/>
              </a:tabLst>
            </a:pPr>
            <a:r>
              <a:rPr b="0" lang="en-US" sz="2500" spc="-1" strike="noStrike">
                <a:solidFill>
                  <a:schemeClr val="dk1"/>
                </a:solidFill>
                <a:latin typeface="Trebuchet MS"/>
              </a:rPr>
              <a:t>Enter your text here</a:t>
            </a:r>
            <a:endParaRPr b="0" lang="en-US" sz="2500" spc="-1" strike="noStrike">
              <a:solidFill>
                <a:schemeClr val="dk1"/>
              </a:solidFill>
              <a:latin typeface="Calibri"/>
            </a:endParaRPr>
          </a:p>
        </p:txBody>
      </p:sp>
      <p:sp>
        <p:nvSpPr>
          <p:cNvPr id="158" name="PlaceHolder 6"/>
          <p:cNvSpPr>
            <a:spLocks noGrp="1"/>
          </p:cNvSpPr>
          <p:nvPr>
            <p:ph type="body"/>
          </p:nvPr>
        </p:nvSpPr>
        <p:spPr>
          <a:xfrm>
            <a:off x="11587320" y="-3911760"/>
            <a:ext cx="20719800" cy="19275480"/>
          </a:xfrm>
          <a:prstGeom prst="rect">
            <a:avLst/>
          </a:prstGeom>
          <a:noFill/>
          <a:ln w="0">
            <a:noFill/>
          </a:ln>
        </p:spPr>
        <p:txBody>
          <a:bodyPr lIns="91440" rIns="91440" tIns="91440" bIns="91440" anchor="ctr">
            <a:noAutofit/>
          </a:bodyPr>
          <a:p>
            <a:pPr indent="0" algn="ctr" defTabSz="4388760">
              <a:lnSpc>
                <a:spcPct val="100000"/>
              </a:lnSpc>
              <a:spcBef>
                <a:spcPts val="740"/>
              </a:spcBef>
              <a:buNone/>
              <a:tabLst>
                <a:tab algn="l" pos="0"/>
              </a:tabLst>
            </a:pPr>
            <a:r>
              <a:rPr b="1" lang="en-US" sz="3700" spc="-1" strike="noStrike" u="sng">
                <a:solidFill>
                  <a:schemeClr val="accent5">
                    <a:lumMod val="50000"/>
                  </a:schemeClr>
                </a:solidFill>
                <a:uFillTx/>
                <a:latin typeface="Calibri"/>
              </a:rPr>
              <a:t>(header)  MATERIALS &amp; METHODS</a:t>
            </a:r>
            <a:endParaRPr b="0" lang="en-US" sz="3700" spc="-1" strike="noStrike">
              <a:solidFill>
                <a:schemeClr val="dk1"/>
              </a:solidFill>
              <a:latin typeface="Calibri"/>
            </a:endParaRPr>
          </a:p>
        </p:txBody>
      </p:sp>
      <p:sp>
        <p:nvSpPr>
          <p:cNvPr id="159" name="PlaceHolder 7"/>
          <p:cNvSpPr>
            <a:spLocks noGrp="1"/>
          </p:cNvSpPr>
          <p:nvPr>
            <p:ph type="body"/>
          </p:nvPr>
        </p:nvSpPr>
        <p:spPr>
          <a:xfrm>
            <a:off x="11587320" y="21896640"/>
            <a:ext cx="20719800" cy="19549800"/>
          </a:xfrm>
          <a:prstGeom prst="rect">
            <a:avLst/>
          </a:prstGeom>
          <a:noFill/>
          <a:ln w="0">
            <a:noFill/>
          </a:ln>
        </p:spPr>
        <p:txBody>
          <a:bodyPr lIns="228600" rIns="228600" tIns="228600" bIns="228600" anchor="t">
            <a:noAutofit/>
          </a:bodyPr>
          <a:p>
            <a:pPr indent="0" defTabSz="4388760">
              <a:lnSpc>
                <a:spcPct val="100000"/>
              </a:lnSpc>
              <a:spcBef>
                <a:spcPts val="499"/>
              </a:spcBef>
              <a:buNone/>
              <a:tabLst>
                <a:tab algn="l" pos="0"/>
              </a:tabLst>
            </a:pPr>
            <a:r>
              <a:rPr b="0" lang="en-US" sz="2500" spc="-1" strike="noStrike">
                <a:solidFill>
                  <a:schemeClr val="dk1"/>
                </a:solidFill>
                <a:latin typeface="Trebuchet MS"/>
              </a:rPr>
              <a:t>Enter your text here</a:t>
            </a:r>
            <a:endParaRPr b="0" lang="en-US" sz="2500" spc="-1" strike="noStrike">
              <a:solidFill>
                <a:schemeClr val="dk1"/>
              </a:solidFill>
              <a:latin typeface="Calibri"/>
            </a:endParaRPr>
          </a:p>
        </p:txBody>
      </p:sp>
      <p:sp>
        <p:nvSpPr>
          <p:cNvPr id="160" name="PlaceHolder 8"/>
          <p:cNvSpPr>
            <a:spLocks noGrp="1"/>
          </p:cNvSpPr>
          <p:nvPr>
            <p:ph type="body"/>
          </p:nvPr>
        </p:nvSpPr>
        <p:spPr>
          <a:xfrm>
            <a:off x="11587320" y="11814120"/>
            <a:ext cx="20719800" cy="19275480"/>
          </a:xfrm>
          <a:prstGeom prst="rect">
            <a:avLst/>
          </a:prstGeom>
          <a:noFill/>
          <a:ln w="0">
            <a:noFill/>
          </a:ln>
        </p:spPr>
        <p:txBody>
          <a:bodyPr lIns="91440" rIns="91440" tIns="91440" bIns="91440" anchor="ctr">
            <a:noAutofit/>
          </a:bodyPr>
          <a:p>
            <a:pPr indent="0" algn="ctr" defTabSz="4388760">
              <a:lnSpc>
                <a:spcPct val="100000"/>
              </a:lnSpc>
              <a:spcBef>
                <a:spcPts val="740"/>
              </a:spcBef>
              <a:buNone/>
              <a:tabLst>
                <a:tab algn="l" pos="0"/>
              </a:tabLst>
            </a:pPr>
            <a:r>
              <a:rPr b="1" lang="en-US" sz="3700" spc="-1" strike="noStrike" u="sng">
                <a:solidFill>
                  <a:schemeClr val="accent5">
                    <a:lumMod val="50000"/>
                  </a:schemeClr>
                </a:solidFill>
                <a:uFillTx/>
                <a:latin typeface="Calibri"/>
              </a:rPr>
              <a:t>(click to add)  RESULTS</a:t>
            </a:r>
            <a:endParaRPr b="0" lang="en-US" sz="3700" spc="-1" strike="noStrike">
              <a:solidFill>
                <a:schemeClr val="dk1"/>
              </a:solidFill>
              <a:latin typeface="Calibri"/>
            </a:endParaRPr>
          </a:p>
        </p:txBody>
      </p:sp>
      <p:sp>
        <p:nvSpPr>
          <p:cNvPr id="161" name="PlaceHolder 9"/>
          <p:cNvSpPr>
            <a:spLocks noGrp="1"/>
          </p:cNvSpPr>
          <p:nvPr>
            <p:ph type="body"/>
          </p:nvPr>
        </p:nvSpPr>
        <p:spPr>
          <a:xfrm>
            <a:off x="32905440" y="-3911760"/>
            <a:ext cx="10046520" cy="19275480"/>
          </a:xfrm>
          <a:prstGeom prst="rect">
            <a:avLst/>
          </a:prstGeom>
          <a:noFill/>
          <a:ln w="0">
            <a:noFill/>
          </a:ln>
        </p:spPr>
        <p:txBody>
          <a:bodyPr lIns="91440" rIns="91440" tIns="91440" bIns="91440" anchor="ctr">
            <a:noAutofit/>
          </a:bodyPr>
          <a:p>
            <a:pPr indent="0" algn="ctr" defTabSz="4388760">
              <a:lnSpc>
                <a:spcPct val="100000"/>
              </a:lnSpc>
              <a:spcBef>
                <a:spcPts val="740"/>
              </a:spcBef>
              <a:buNone/>
              <a:tabLst>
                <a:tab algn="l" pos="0"/>
              </a:tabLst>
            </a:pPr>
            <a:r>
              <a:rPr b="1" lang="en-US" sz="3700" spc="-1" strike="noStrike" u="sng">
                <a:solidFill>
                  <a:schemeClr val="accent5">
                    <a:lumMod val="50000"/>
                  </a:schemeClr>
                </a:solidFill>
                <a:uFillTx/>
                <a:latin typeface="Calibri"/>
              </a:rPr>
              <a:t>(click to add) CONCLUSIONS</a:t>
            </a:r>
            <a:endParaRPr b="0" lang="en-US" sz="3700" spc="-1" strike="noStrike">
              <a:solidFill>
                <a:schemeClr val="dk1"/>
              </a:solidFill>
              <a:latin typeface="Calibri"/>
            </a:endParaRPr>
          </a:p>
        </p:txBody>
      </p:sp>
      <p:sp>
        <p:nvSpPr>
          <p:cNvPr id="162" name="PlaceHolder 10"/>
          <p:cNvSpPr>
            <a:spLocks noGrp="1"/>
          </p:cNvSpPr>
          <p:nvPr>
            <p:ph type="body"/>
          </p:nvPr>
        </p:nvSpPr>
        <p:spPr>
          <a:xfrm>
            <a:off x="32905440" y="6212160"/>
            <a:ext cx="10046520" cy="19549800"/>
          </a:xfrm>
          <a:prstGeom prst="rect">
            <a:avLst/>
          </a:prstGeom>
          <a:noFill/>
          <a:ln w="0">
            <a:noFill/>
          </a:ln>
        </p:spPr>
        <p:txBody>
          <a:bodyPr lIns="228600" rIns="228600" tIns="228600" bIns="228600" anchor="t">
            <a:noAutofit/>
          </a:bodyPr>
          <a:p>
            <a:pPr indent="0" defTabSz="4388760">
              <a:lnSpc>
                <a:spcPct val="100000"/>
              </a:lnSpc>
              <a:spcBef>
                <a:spcPts val="499"/>
              </a:spcBef>
              <a:buNone/>
              <a:tabLst>
                <a:tab algn="l" pos="0"/>
              </a:tabLst>
            </a:pPr>
            <a:r>
              <a:rPr b="0" lang="en-US" sz="2500" spc="-1" strike="noStrike">
                <a:solidFill>
                  <a:schemeClr val="dk1"/>
                </a:solidFill>
                <a:latin typeface="Trebuchet MS"/>
              </a:rPr>
              <a:t>Enter your text here</a:t>
            </a:r>
            <a:endParaRPr b="0" lang="en-US" sz="2500" spc="-1" strike="noStrike">
              <a:solidFill>
                <a:schemeClr val="dk1"/>
              </a:solidFill>
              <a:latin typeface="Calibri"/>
            </a:endParaRPr>
          </a:p>
        </p:txBody>
      </p:sp>
      <p:sp>
        <p:nvSpPr>
          <p:cNvPr id="163" name="PlaceHolder 11"/>
          <p:cNvSpPr>
            <a:spLocks noGrp="1"/>
          </p:cNvSpPr>
          <p:nvPr>
            <p:ph type="body"/>
          </p:nvPr>
        </p:nvSpPr>
        <p:spPr>
          <a:xfrm>
            <a:off x="32905440" y="5011920"/>
            <a:ext cx="10046520" cy="19275480"/>
          </a:xfrm>
          <a:prstGeom prst="rect">
            <a:avLst/>
          </a:prstGeom>
          <a:noFill/>
          <a:ln w="0">
            <a:noFill/>
          </a:ln>
        </p:spPr>
        <p:txBody>
          <a:bodyPr lIns="91440" rIns="91440" tIns="91440" bIns="91440" anchor="ctr">
            <a:noAutofit/>
          </a:bodyPr>
          <a:p>
            <a:pPr indent="0" algn="ctr" defTabSz="4388760">
              <a:lnSpc>
                <a:spcPct val="100000"/>
              </a:lnSpc>
              <a:spcBef>
                <a:spcPts val="740"/>
              </a:spcBef>
              <a:buNone/>
              <a:tabLst>
                <a:tab algn="l" pos="0"/>
              </a:tabLst>
            </a:pPr>
            <a:r>
              <a:rPr b="1" lang="en-US" sz="3700" spc="-1" strike="noStrike" u="sng">
                <a:solidFill>
                  <a:schemeClr val="accent5">
                    <a:lumMod val="50000"/>
                  </a:schemeClr>
                </a:solidFill>
                <a:uFillTx/>
                <a:latin typeface="Calibri"/>
              </a:rPr>
              <a:t>(click to add) REFERENCES</a:t>
            </a:r>
            <a:endParaRPr b="0" lang="en-US" sz="3700" spc="-1" strike="noStrike">
              <a:solidFill>
                <a:schemeClr val="dk1"/>
              </a:solidFill>
              <a:latin typeface="Calibri"/>
            </a:endParaRPr>
          </a:p>
        </p:txBody>
      </p:sp>
      <p:sp>
        <p:nvSpPr>
          <p:cNvPr id="164" name="PlaceHolder 12"/>
          <p:cNvSpPr>
            <a:spLocks noGrp="1"/>
          </p:cNvSpPr>
          <p:nvPr>
            <p:ph type="body"/>
          </p:nvPr>
        </p:nvSpPr>
        <p:spPr>
          <a:xfrm>
            <a:off x="32905440" y="15011280"/>
            <a:ext cx="10051560" cy="19549800"/>
          </a:xfrm>
          <a:prstGeom prst="rect">
            <a:avLst/>
          </a:prstGeom>
          <a:noFill/>
          <a:ln w="0">
            <a:noFill/>
          </a:ln>
        </p:spPr>
        <p:txBody>
          <a:bodyPr lIns="228600" rIns="228600" tIns="228600" bIns="228600" anchor="t">
            <a:noAutofit/>
          </a:bodyPr>
          <a:p>
            <a:pPr indent="0" defTabSz="4388760">
              <a:lnSpc>
                <a:spcPct val="100000"/>
              </a:lnSpc>
              <a:spcBef>
                <a:spcPts val="499"/>
              </a:spcBef>
              <a:buNone/>
              <a:tabLst>
                <a:tab algn="l" pos="0"/>
              </a:tabLst>
            </a:pPr>
            <a:r>
              <a:rPr b="0" lang="en-US" sz="2500" spc="-1" strike="noStrike">
                <a:solidFill>
                  <a:schemeClr val="dk1"/>
                </a:solidFill>
                <a:latin typeface="Trebuchet MS"/>
              </a:rPr>
              <a:t>Enter your text here</a:t>
            </a:r>
            <a:endParaRPr b="0" lang="en-US" sz="2500" spc="-1" strike="noStrike">
              <a:solidFill>
                <a:schemeClr val="dk1"/>
              </a:solidFill>
              <a:latin typeface="Calibri"/>
            </a:endParaRPr>
          </a:p>
        </p:txBody>
      </p:sp>
      <p:sp>
        <p:nvSpPr>
          <p:cNvPr id="165" name="PlaceHolder 13"/>
          <p:cNvSpPr>
            <a:spLocks noGrp="1"/>
          </p:cNvSpPr>
          <p:nvPr>
            <p:ph type="body"/>
          </p:nvPr>
        </p:nvSpPr>
        <p:spPr>
          <a:xfrm>
            <a:off x="32905440" y="16409160"/>
            <a:ext cx="10046520" cy="19275480"/>
          </a:xfrm>
          <a:prstGeom prst="rect">
            <a:avLst/>
          </a:prstGeom>
          <a:noFill/>
          <a:ln w="0">
            <a:noFill/>
          </a:ln>
        </p:spPr>
        <p:txBody>
          <a:bodyPr lIns="91440" rIns="91440" tIns="91440" bIns="91440" anchor="ctr">
            <a:noAutofit/>
          </a:bodyPr>
          <a:p>
            <a:pPr indent="0" algn="ctr" defTabSz="4388760">
              <a:lnSpc>
                <a:spcPct val="100000"/>
              </a:lnSpc>
              <a:spcBef>
                <a:spcPts val="740"/>
              </a:spcBef>
              <a:buNone/>
              <a:tabLst>
                <a:tab algn="l" pos="0"/>
              </a:tabLst>
            </a:pPr>
            <a:r>
              <a:rPr b="1" lang="en-US" sz="3700" spc="-1" strike="noStrike" u="sng">
                <a:solidFill>
                  <a:schemeClr val="accent5">
                    <a:lumMod val="50000"/>
                  </a:schemeClr>
                </a:solidFill>
                <a:uFillTx/>
                <a:latin typeface="Calibri"/>
              </a:rPr>
              <a:t>(click to add)  ACKNOWLEDGEMENTS or CONTACT</a:t>
            </a:r>
            <a:endParaRPr b="0" lang="en-US" sz="3700" spc="-1" strike="noStrike">
              <a:solidFill>
                <a:schemeClr val="dk1"/>
              </a:solidFill>
              <a:latin typeface="Calibri"/>
            </a:endParaRPr>
          </a:p>
        </p:txBody>
      </p:sp>
      <p:sp>
        <p:nvSpPr>
          <p:cNvPr id="166" name="PlaceHolder 14"/>
          <p:cNvSpPr>
            <a:spLocks noGrp="1"/>
          </p:cNvSpPr>
          <p:nvPr>
            <p:ph type="body"/>
          </p:nvPr>
        </p:nvSpPr>
        <p:spPr>
          <a:xfrm>
            <a:off x="32905440" y="26436600"/>
            <a:ext cx="10051560" cy="19549800"/>
          </a:xfrm>
          <a:prstGeom prst="rect">
            <a:avLst/>
          </a:prstGeom>
          <a:noFill/>
          <a:ln w="0">
            <a:noFill/>
          </a:ln>
        </p:spPr>
        <p:txBody>
          <a:bodyPr lIns="228600" rIns="228600" tIns="228600" bIns="228600" anchor="t">
            <a:noAutofit/>
          </a:bodyPr>
          <a:p>
            <a:pPr indent="0" defTabSz="4388760">
              <a:lnSpc>
                <a:spcPct val="100000"/>
              </a:lnSpc>
              <a:spcBef>
                <a:spcPts val="499"/>
              </a:spcBef>
              <a:buNone/>
              <a:tabLst>
                <a:tab algn="l" pos="0"/>
              </a:tabLst>
            </a:pPr>
            <a:r>
              <a:rPr b="0" lang="en-US" sz="2500" spc="-1" strike="noStrike">
                <a:solidFill>
                  <a:schemeClr val="dk1"/>
                </a:solidFill>
                <a:latin typeface="Trebuchet MS"/>
              </a:rPr>
              <a:t>Enter your text here</a:t>
            </a:r>
            <a:endParaRPr b="0" lang="en-US" sz="2500" spc="-1" strike="noStrike">
              <a:solidFill>
                <a:schemeClr val="dk1"/>
              </a:solidFill>
              <a:latin typeface="Calibri"/>
            </a:endParaRPr>
          </a:p>
        </p:txBody>
      </p:sp>
      <p:sp>
        <p:nvSpPr>
          <p:cNvPr id="167" name="PlaceHolder 15"/>
          <p:cNvSpPr>
            <a:spLocks noGrp="1"/>
          </p:cNvSpPr>
          <p:nvPr>
            <p:ph type="body"/>
          </p:nvPr>
        </p:nvSpPr>
        <p:spPr>
          <a:xfrm>
            <a:off x="5932440" y="3384000"/>
            <a:ext cx="31998600" cy="1279800"/>
          </a:xfrm>
          <a:prstGeom prst="rect">
            <a:avLst/>
          </a:prstGeom>
          <a:noFill/>
          <a:ln w="0">
            <a:noFill/>
          </a:ln>
        </p:spPr>
        <p:txBody>
          <a:bodyPr lIns="90000" rIns="90000" tIns="45000" bIns="45000" anchor="t">
            <a:normAutofit/>
          </a:bodyPr>
          <a:p>
            <a:pPr indent="0" algn="ctr" defTabSz="4388760">
              <a:lnSpc>
                <a:spcPct val="100000"/>
              </a:lnSpc>
              <a:spcBef>
                <a:spcPts val="1199"/>
              </a:spcBef>
              <a:buNone/>
              <a:tabLst>
                <a:tab algn="l" pos="0"/>
              </a:tabLst>
            </a:pPr>
            <a:r>
              <a:rPr b="0" lang="en-US" sz="6000" spc="-1" strike="noStrike">
                <a:solidFill>
                  <a:schemeClr val="lt1"/>
                </a:solidFill>
                <a:latin typeface="Calibri"/>
              </a:rPr>
              <a:t>Click here to add affiliations</a:t>
            </a:r>
            <a:endParaRPr b="0" lang="en-US" sz="6000" spc="-1" strike="noStrike">
              <a:solidFill>
                <a:schemeClr val="dk1"/>
              </a:solidFill>
              <a:latin typeface="Calibri"/>
            </a:endParaRPr>
          </a:p>
        </p:txBody>
      </p:sp>
      <p:sp>
        <p:nvSpPr>
          <p:cNvPr id="168" name="PlaceHolder 16"/>
          <p:cNvSpPr>
            <a:spLocks noGrp="1"/>
          </p:cNvSpPr>
          <p:nvPr>
            <p:ph type="body"/>
          </p:nvPr>
        </p:nvSpPr>
        <p:spPr>
          <a:xfrm>
            <a:off x="5932440" y="2103840"/>
            <a:ext cx="31998600" cy="1279800"/>
          </a:xfrm>
          <a:prstGeom prst="rect">
            <a:avLst/>
          </a:prstGeom>
          <a:noFill/>
          <a:ln w="0">
            <a:noFill/>
          </a:ln>
        </p:spPr>
        <p:txBody>
          <a:bodyPr lIns="90000" rIns="90000" tIns="45000" bIns="45000" anchor="t" anchorCtr="1">
            <a:normAutofit fontScale="89671"/>
          </a:bodyPr>
          <a:p>
            <a:pPr indent="0" algn="ctr" defTabSz="4388760">
              <a:lnSpc>
                <a:spcPct val="100000"/>
              </a:lnSpc>
              <a:spcBef>
                <a:spcPts val="1760"/>
              </a:spcBef>
              <a:buNone/>
              <a:tabLst>
                <a:tab algn="l" pos="0"/>
              </a:tabLst>
            </a:pPr>
            <a:r>
              <a:rPr b="0" lang="en-US" sz="8800" spc="-1" strike="noStrike">
                <a:solidFill>
                  <a:schemeClr val="lt1"/>
                </a:solidFill>
                <a:latin typeface="Calibri"/>
              </a:rPr>
              <a:t>Click here to add authors</a:t>
            </a:r>
            <a:endParaRPr b="0" lang="en-US" sz="8800" spc="-1" strike="noStrike">
              <a:solidFill>
                <a:schemeClr val="dk1"/>
              </a:solidFill>
              <a:latin typeface="Calibri"/>
            </a:endParaRPr>
          </a:p>
        </p:txBody>
      </p:sp>
      <p:sp>
        <p:nvSpPr>
          <p:cNvPr id="169" name="PlaceHolder 17"/>
          <p:cNvSpPr>
            <a:spLocks noGrp="1"/>
          </p:cNvSpPr>
          <p:nvPr>
            <p:ph type="body"/>
          </p:nvPr>
        </p:nvSpPr>
        <p:spPr>
          <a:xfrm>
            <a:off x="5932440" y="465840"/>
            <a:ext cx="31998600" cy="1637640"/>
          </a:xfrm>
          <a:prstGeom prst="rect">
            <a:avLst/>
          </a:prstGeom>
          <a:noFill/>
          <a:ln w="0">
            <a:noFill/>
          </a:ln>
        </p:spPr>
        <p:txBody>
          <a:bodyPr lIns="90000" rIns="90000" tIns="45000" bIns="45000" anchor="t" anchorCtr="1">
            <a:normAutofit fontScale="89042"/>
          </a:bodyPr>
          <a:p>
            <a:pPr indent="0" algn="ctr" defTabSz="4388760">
              <a:lnSpc>
                <a:spcPct val="100000"/>
              </a:lnSpc>
              <a:spcBef>
                <a:spcPts val="2299"/>
              </a:spcBef>
              <a:buNone/>
              <a:tabLst>
                <a:tab algn="l" pos="0"/>
              </a:tabLst>
            </a:pPr>
            <a:r>
              <a:rPr b="0" lang="en-US" sz="11500" spc="-1" strike="noStrike">
                <a:solidFill>
                  <a:schemeClr val="lt1"/>
                </a:solidFill>
                <a:latin typeface="Calibri"/>
              </a:rPr>
              <a:t>Click here to add title</a:t>
            </a:r>
            <a:endParaRPr b="0" lang="en-US" sz="1150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53" r:id="rId17"/>
  </p:sldLayoutIdLst>
</p:sldMaster>
</file>

<file path=ppt/slides/_rels/slide1.xml.rels><?xml version="1.0" encoding="UTF-8"?>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slideLayout" Target="../slideLayouts/slideLayout1.xml"/><Relationship Id="rId8" Type="http://schemas.openxmlformats.org/officeDocument/2006/relationships/notesSlide" Target="../notesSlides/notesSlide1.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6" name="PlaceHolder 1"/>
          <p:cNvSpPr>
            <a:spLocks noGrp="1"/>
          </p:cNvSpPr>
          <p:nvPr>
            <p:ph/>
          </p:nvPr>
        </p:nvSpPr>
        <p:spPr>
          <a:xfrm>
            <a:off x="491400" y="6378480"/>
            <a:ext cx="10056600" cy="5724360"/>
          </a:xfrm>
          <a:prstGeom prst="rect">
            <a:avLst/>
          </a:prstGeom>
          <a:noFill/>
          <a:ln w="0">
            <a:noFill/>
          </a:ln>
        </p:spPr>
        <p:txBody>
          <a:bodyPr lIns="228600" rIns="228600" tIns="228600" bIns="228600" anchor="t">
            <a:noAutofit/>
          </a:bodyPr>
          <a:p>
            <a:pPr indent="0" defTabSz="4388760">
              <a:lnSpc>
                <a:spcPct val="100000"/>
              </a:lnSpc>
              <a:spcBef>
                <a:spcPts val="479"/>
              </a:spcBef>
              <a:buNone/>
              <a:tabLst>
                <a:tab algn="l" pos="0"/>
              </a:tabLst>
            </a:pPr>
            <a:r>
              <a:rPr b="0" lang="en-GB" sz="2400" spc="-1" strike="noStrike">
                <a:solidFill>
                  <a:schemeClr val="dk1"/>
                </a:solidFill>
                <a:latin typeface="Arial"/>
              </a:rPr>
              <a:t>Ten years of daily Alphabet (GOOGL) prices from Yahoo Finance (2,532 rows; 2,512 days and seven engineered features after cleaning) are used for two tasks.</a:t>
            </a:r>
            <a:endParaRPr b="0" lang="en-US" sz="2400" spc="-1" strike="noStrike">
              <a:solidFill>
                <a:schemeClr val="dk1"/>
              </a:solidFill>
              <a:latin typeface="Calibri"/>
            </a:endParaRPr>
          </a:p>
          <a:p>
            <a:pPr indent="0" defTabSz="4388760">
              <a:lnSpc>
                <a:spcPct val="100000"/>
              </a:lnSpc>
              <a:spcBef>
                <a:spcPts val="479"/>
              </a:spcBef>
              <a:buNone/>
              <a:tabLst>
                <a:tab algn="l" pos="0"/>
              </a:tabLst>
            </a:pPr>
            <a:r>
              <a:rPr b="0" lang="en-GB" sz="2400" spc="-1" strike="noStrike">
                <a:solidFill>
                  <a:schemeClr val="dk1"/>
                </a:solidFill>
                <a:latin typeface="Arial"/>
              </a:rPr>
              <a:t>K-Means and K-Medoids segment the days into Calm, Moderate and Turbulent regimes, and K-Means separates them better on both validation indices. An ARIMA model is then identified by the Box-Jenkins procedure and used to forecast 60 held-out days.</a:t>
            </a:r>
            <a:endParaRPr b="0" lang="en-US" sz="2400" spc="-1" strike="noStrike">
              <a:solidFill>
                <a:schemeClr val="dk1"/>
              </a:solidFill>
              <a:latin typeface="Calibri"/>
            </a:endParaRPr>
          </a:p>
        </p:txBody>
      </p:sp>
      <p:sp>
        <p:nvSpPr>
          <p:cNvPr id="177" name="PlaceHolder 2"/>
          <p:cNvSpPr>
            <a:spLocks noGrp="1"/>
          </p:cNvSpPr>
          <p:nvPr>
            <p:ph/>
          </p:nvPr>
        </p:nvSpPr>
        <p:spPr>
          <a:xfrm>
            <a:off x="509400" y="5548680"/>
            <a:ext cx="10048680" cy="753840"/>
          </a:xfrm>
          <a:prstGeom prst="rect">
            <a:avLst/>
          </a:prstGeom>
          <a:noFill/>
          <a:ln w="0">
            <a:noFill/>
          </a:ln>
        </p:spPr>
        <p:txBody>
          <a:bodyPr lIns="91440" rIns="91440" tIns="91440" bIns="91440" anchor="ctr">
            <a:noAutofit/>
          </a:bodyPr>
          <a:p>
            <a:pPr indent="0" algn="ctr" defTabSz="4388760">
              <a:lnSpc>
                <a:spcPct val="100000"/>
              </a:lnSpc>
              <a:spcBef>
                <a:spcPts val="740"/>
              </a:spcBef>
              <a:buNone/>
              <a:tabLst>
                <a:tab algn="l" pos="0"/>
              </a:tabLst>
            </a:pPr>
            <a:r>
              <a:rPr b="1" lang="en-US" sz="3700" spc="-1" strike="noStrike" u="sng">
                <a:solidFill>
                  <a:schemeClr val="dk2"/>
                </a:solidFill>
                <a:uFillTx/>
                <a:latin typeface="Arial"/>
              </a:rPr>
              <a:t>ABSTRACT</a:t>
            </a:r>
            <a:endParaRPr b="0" lang="en-US" sz="3700" spc="-1" strike="noStrike">
              <a:solidFill>
                <a:schemeClr val="dk1"/>
              </a:solidFill>
              <a:latin typeface="Calibri"/>
            </a:endParaRPr>
          </a:p>
        </p:txBody>
      </p:sp>
      <p:sp>
        <p:nvSpPr>
          <p:cNvPr id="178" name="PlaceHolder 3"/>
          <p:cNvSpPr>
            <a:spLocks noGrp="1"/>
          </p:cNvSpPr>
          <p:nvPr>
            <p:ph/>
          </p:nvPr>
        </p:nvSpPr>
        <p:spPr>
          <a:xfrm>
            <a:off x="509400" y="18648720"/>
            <a:ext cx="10050120" cy="753840"/>
          </a:xfrm>
          <a:prstGeom prst="rect">
            <a:avLst/>
          </a:prstGeom>
          <a:noFill/>
          <a:ln w="0">
            <a:noFill/>
          </a:ln>
        </p:spPr>
        <p:txBody>
          <a:bodyPr lIns="91440" rIns="91440" tIns="91440" bIns="91440" anchor="ctr">
            <a:noAutofit/>
          </a:bodyPr>
          <a:p>
            <a:pPr indent="0" algn="ctr" defTabSz="4388760">
              <a:lnSpc>
                <a:spcPct val="100000"/>
              </a:lnSpc>
              <a:spcBef>
                <a:spcPts val="740"/>
              </a:spcBef>
              <a:buNone/>
              <a:tabLst>
                <a:tab algn="l" pos="0"/>
              </a:tabLst>
            </a:pPr>
            <a:r>
              <a:rPr b="1" lang="en-US" sz="3700" spc="-1" strike="noStrike" u="sng">
                <a:solidFill>
                  <a:schemeClr val="dk2"/>
                </a:solidFill>
                <a:uFillTx/>
                <a:latin typeface="Arial"/>
              </a:rPr>
              <a:t>PYTHON CODE AND METHOD</a:t>
            </a:r>
            <a:endParaRPr b="0" lang="en-US" sz="3700" spc="-1" strike="noStrike">
              <a:solidFill>
                <a:schemeClr val="dk1"/>
              </a:solidFill>
              <a:latin typeface="Calibri"/>
            </a:endParaRPr>
          </a:p>
        </p:txBody>
      </p:sp>
      <p:sp>
        <p:nvSpPr>
          <p:cNvPr id="179" name="PlaceHolder 4"/>
          <p:cNvSpPr>
            <a:spLocks noGrp="1"/>
          </p:cNvSpPr>
          <p:nvPr>
            <p:ph/>
          </p:nvPr>
        </p:nvSpPr>
        <p:spPr>
          <a:xfrm>
            <a:off x="11441160" y="6092280"/>
            <a:ext cx="10048680" cy="3046680"/>
          </a:xfrm>
          <a:prstGeom prst="rect">
            <a:avLst/>
          </a:prstGeom>
          <a:noFill/>
          <a:ln w="0">
            <a:noFill/>
          </a:ln>
        </p:spPr>
        <p:txBody>
          <a:bodyPr lIns="228600" rIns="228600" tIns="228600" bIns="228600" anchor="t">
            <a:noAutofit/>
          </a:bodyPr>
          <a:p>
            <a:pPr indent="0" defTabSz="4388760">
              <a:lnSpc>
                <a:spcPct val="100000"/>
              </a:lnSpc>
              <a:spcBef>
                <a:spcPts val="479"/>
              </a:spcBef>
              <a:buNone/>
              <a:tabLst>
                <a:tab algn="l" pos="0"/>
              </a:tabLst>
            </a:pPr>
            <a:r>
              <a:rPr b="0" lang="en-GB" sz="2400" spc="-1" strike="noStrike">
                <a:solidFill>
                  <a:schemeClr val="dk1"/>
                </a:solidFill>
                <a:latin typeface="Arial"/>
              </a:rPr>
              <a:t>Yahoo Finance, GOOGL daily OHLCV, 1 Sep 2016 to 29 Sep 2026: the permitted domain and window.</a:t>
            </a:r>
            <a:endParaRPr b="0" lang="en-US" sz="2400" spc="-1" strike="noStrike">
              <a:solidFill>
                <a:schemeClr val="dk1"/>
              </a:solidFill>
              <a:latin typeface="Calibri"/>
            </a:endParaRPr>
          </a:p>
          <a:p>
            <a:pPr indent="0" defTabSz="4388760">
              <a:lnSpc>
                <a:spcPct val="100000"/>
              </a:lnSpc>
              <a:spcBef>
                <a:spcPts val="479"/>
              </a:spcBef>
              <a:buNone/>
              <a:tabLst>
                <a:tab algn="l" pos="0"/>
              </a:tabLst>
            </a:pPr>
            <a:r>
              <a:rPr b="0" lang="en-GB" sz="2400" spc="-1" strike="noStrike">
                <a:solidFill>
                  <a:schemeClr val="dk1"/>
                </a:solidFill>
                <a:latin typeface="Arial"/>
              </a:rPr>
              <a:t>Features: Return, Range_Pct, Gap_Pct, Volatility_20, Momentum_20, Volume_Ratio, Log_Volume. Adj Close is used throughout because it corrects for splits and dividends. Prices are non-stationary while returns are not, so every clustering feature is scale-free.</a:t>
            </a:r>
            <a:endParaRPr b="0" lang="en-US" sz="2400" spc="-1" strike="noStrike">
              <a:solidFill>
                <a:schemeClr val="dk1"/>
              </a:solidFill>
              <a:latin typeface="Calibri"/>
            </a:endParaRPr>
          </a:p>
        </p:txBody>
      </p:sp>
      <p:sp>
        <p:nvSpPr>
          <p:cNvPr id="180" name="PlaceHolder 5"/>
          <p:cNvSpPr>
            <a:spLocks noGrp="1"/>
          </p:cNvSpPr>
          <p:nvPr>
            <p:ph/>
          </p:nvPr>
        </p:nvSpPr>
        <p:spPr>
          <a:xfrm>
            <a:off x="11460240" y="5548680"/>
            <a:ext cx="10048680" cy="753840"/>
          </a:xfrm>
          <a:prstGeom prst="rect">
            <a:avLst/>
          </a:prstGeom>
          <a:noFill/>
          <a:ln w="0">
            <a:noFill/>
          </a:ln>
        </p:spPr>
        <p:txBody>
          <a:bodyPr lIns="91440" rIns="91440" tIns="91440" bIns="91440" anchor="ctr">
            <a:noAutofit/>
          </a:bodyPr>
          <a:p>
            <a:pPr indent="0" algn="ctr" defTabSz="4388760">
              <a:lnSpc>
                <a:spcPct val="100000"/>
              </a:lnSpc>
              <a:spcBef>
                <a:spcPts val="740"/>
              </a:spcBef>
              <a:buNone/>
              <a:tabLst>
                <a:tab algn="l" pos="0"/>
              </a:tabLst>
            </a:pPr>
            <a:r>
              <a:rPr b="1" lang="en-US" sz="3700" spc="-1" strike="noStrike" u="sng">
                <a:solidFill>
                  <a:schemeClr val="dk2"/>
                </a:solidFill>
                <a:uFillTx/>
                <a:latin typeface="Arial"/>
              </a:rPr>
              <a:t>DATA</a:t>
            </a:r>
            <a:endParaRPr b="0" lang="en-US" sz="3700" spc="-1" strike="noStrike">
              <a:solidFill>
                <a:schemeClr val="dk1"/>
              </a:solidFill>
              <a:latin typeface="Calibri"/>
            </a:endParaRPr>
          </a:p>
        </p:txBody>
      </p:sp>
      <p:sp>
        <p:nvSpPr>
          <p:cNvPr id="181" name="PlaceHolder 6"/>
          <p:cNvSpPr>
            <a:spLocks noGrp="1"/>
          </p:cNvSpPr>
          <p:nvPr>
            <p:ph/>
          </p:nvPr>
        </p:nvSpPr>
        <p:spPr>
          <a:xfrm>
            <a:off x="22377240" y="5548680"/>
            <a:ext cx="10058040" cy="753840"/>
          </a:xfrm>
          <a:prstGeom prst="rect">
            <a:avLst/>
          </a:prstGeom>
          <a:noFill/>
          <a:ln w="0">
            <a:noFill/>
          </a:ln>
        </p:spPr>
        <p:txBody>
          <a:bodyPr lIns="91440" rIns="91440" tIns="91440" bIns="91440" anchor="ctr">
            <a:noAutofit/>
          </a:bodyPr>
          <a:p>
            <a:pPr indent="0" algn="ctr" defTabSz="4388760">
              <a:lnSpc>
                <a:spcPct val="100000"/>
              </a:lnSpc>
              <a:spcBef>
                <a:spcPts val="740"/>
              </a:spcBef>
              <a:buNone/>
              <a:tabLst>
                <a:tab algn="l" pos="0"/>
              </a:tabLst>
            </a:pPr>
            <a:r>
              <a:rPr b="1" lang="en-US" sz="3700" spc="-1" strike="noStrike" u="sng">
                <a:solidFill>
                  <a:schemeClr val="dk2"/>
                </a:solidFill>
                <a:uFillTx/>
                <a:latin typeface="Arial"/>
              </a:rPr>
              <a:t>FINDINGS</a:t>
            </a:r>
            <a:endParaRPr b="0" lang="en-US" sz="3700" spc="-1" strike="noStrike">
              <a:solidFill>
                <a:schemeClr val="dk1"/>
              </a:solidFill>
              <a:latin typeface="Calibri"/>
            </a:endParaRPr>
          </a:p>
        </p:txBody>
      </p:sp>
      <p:sp>
        <p:nvSpPr>
          <p:cNvPr id="182" name="PlaceHolder 7"/>
          <p:cNvSpPr>
            <a:spLocks noGrp="1"/>
          </p:cNvSpPr>
          <p:nvPr>
            <p:ph/>
          </p:nvPr>
        </p:nvSpPr>
        <p:spPr>
          <a:xfrm>
            <a:off x="33346440" y="21931200"/>
            <a:ext cx="10046520" cy="676800"/>
          </a:xfrm>
          <a:prstGeom prst="rect">
            <a:avLst/>
          </a:prstGeom>
          <a:noFill/>
          <a:ln w="0">
            <a:noFill/>
          </a:ln>
        </p:spPr>
        <p:txBody>
          <a:bodyPr lIns="91440" rIns="91440" tIns="91440" bIns="91440" anchor="ctr">
            <a:noAutofit/>
          </a:bodyPr>
          <a:p>
            <a:pPr indent="0" algn="ctr" defTabSz="4388760">
              <a:lnSpc>
                <a:spcPct val="100000"/>
              </a:lnSpc>
              <a:spcBef>
                <a:spcPts val="641"/>
              </a:spcBef>
              <a:buNone/>
              <a:tabLst>
                <a:tab algn="l" pos="0"/>
              </a:tabLst>
            </a:pPr>
            <a:r>
              <a:rPr b="1" lang="en-US" sz="3200" spc="-1" strike="noStrike" u="sng">
                <a:solidFill>
                  <a:schemeClr val="dk2"/>
                </a:solidFill>
                <a:uFillTx/>
                <a:latin typeface="Arial"/>
              </a:rPr>
              <a:t>CONCLUSIONS</a:t>
            </a:r>
            <a:endParaRPr b="0" lang="en-US" sz="3200" spc="-1" strike="noStrike">
              <a:solidFill>
                <a:schemeClr val="dk1"/>
              </a:solidFill>
              <a:latin typeface="Calibri"/>
            </a:endParaRPr>
          </a:p>
        </p:txBody>
      </p:sp>
      <p:sp>
        <p:nvSpPr>
          <p:cNvPr id="183" name="PlaceHolder 8"/>
          <p:cNvSpPr>
            <a:spLocks noGrp="1"/>
          </p:cNvSpPr>
          <p:nvPr>
            <p:ph/>
          </p:nvPr>
        </p:nvSpPr>
        <p:spPr>
          <a:xfrm>
            <a:off x="33392520" y="28504080"/>
            <a:ext cx="10046520" cy="753840"/>
          </a:xfrm>
          <a:prstGeom prst="rect">
            <a:avLst/>
          </a:prstGeom>
          <a:noFill/>
          <a:ln w="0">
            <a:noFill/>
          </a:ln>
        </p:spPr>
        <p:txBody>
          <a:bodyPr lIns="91440" rIns="91440" tIns="91440" bIns="91440" anchor="ctr">
            <a:noAutofit/>
          </a:bodyPr>
          <a:p>
            <a:pPr indent="0" algn="ctr" defTabSz="4388760">
              <a:lnSpc>
                <a:spcPct val="100000"/>
              </a:lnSpc>
              <a:spcBef>
                <a:spcPts val="740"/>
              </a:spcBef>
              <a:buNone/>
              <a:tabLst>
                <a:tab algn="l" pos="0"/>
              </a:tabLst>
            </a:pPr>
            <a:r>
              <a:rPr b="1" lang="en-US" sz="3700" spc="-1" strike="noStrike" u="sng">
                <a:solidFill>
                  <a:schemeClr val="dk2"/>
                </a:solidFill>
                <a:uFillTx/>
                <a:latin typeface="Arial"/>
              </a:rPr>
              <a:t>REFERENCES</a:t>
            </a:r>
            <a:endParaRPr b="0" lang="en-US" sz="3700" spc="-1" strike="noStrike">
              <a:solidFill>
                <a:schemeClr val="dk1"/>
              </a:solidFill>
              <a:latin typeface="Calibri"/>
            </a:endParaRPr>
          </a:p>
        </p:txBody>
      </p:sp>
      <p:sp>
        <p:nvSpPr>
          <p:cNvPr id="184" name="PlaceHolder 9"/>
          <p:cNvSpPr>
            <a:spLocks noGrp="1"/>
          </p:cNvSpPr>
          <p:nvPr>
            <p:ph/>
          </p:nvPr>
        </p:nvSpPr>
        <p:spPr>
          <a:xfrm>
            <a:off x="5932440" y="3384000"/>
            <a:ext cx="31998600" cy="1279800"/>
          </a:xfrm>
          <a:prstGeom prst="rect">
            <a:avLst/>
          </a:prstGeom>
          <a:noFill/>
          <a:ln w="0">
            <a:noFill/>
          </a:ln>
        </p:spPr>
        <p:txBody>
          <a:bodyPr lIns="90000" rIns="90000" tIns="45000" bIns="45000" anchor="t">
            <a:normAutofit/>
          </a:bodyPr>
          <a:p>
            <a:pPr indent="0" algn="ctr" defTabSz="4388760">
              <a:lnSpc>
                <a:spcPct val="100000"/>
              </a:lnSpc>
              <a:spcBef>
                <a:spcPts val="961"/>
              </a:spcBef>
              <a:buNone/>
              <a:tabLst>
                <a:tab algn="l" pos="0"/>
              </a:tabLst>
            </a:pPr>
            <a:r>
              <a:rPr b="1" lang="en-US" sz="4800" spc="-1" strike="noStrike">
                <a:solidFill>
                  <a:schemeClr val="lt1"/>
                </a:solidFill>
                <a:latin typeface="Arial"/>
              </a:rPr>
              <a:t>Zaw Moe Htike  ·  CCT College Dublin  ·  Machine Learning 2, Continuous Assessment  ·  October 2026</a:t>
            </a:r>
            <a:endParaRPr b="0" lang="en-US" sz="4800" spc="-1" strike="noStrike">
              <a:solidFill>
                <a:schemeClr val="dk1"/>
              </a:solidFill>
              <a:latin typeface="Calibri"/>
            </a:endParaRPr>
          </a:p>
        </p:txBody>
      </p:sp>
      <p:sp>
        <p:nvSpPr>
          <p:cNvPr id="185" name="PlaceHolder 10"/>
          <p:cNvSpPr>
            <a:spLocks noGrp="1"/>
          </p:cNvSpPr>
          <p:nvPr>
            <p:ph/>
          </p:nvPr>
        </p:nvSpPr>
        <p:spPr>
          <a:xfrm>
            <a:off x="509400" y="817560"/>
            <a:ext cx="42900480" cy="2277000"/>
          </a:xfrm>
          <a:prstGeom prst="rect">
            <a:avLst/>
          </a:prstGeom>
          <a:noFill/>
          <a:ln w="0">
            <a:noFill/>
          </a:ln>
        </p:spPr>
        <p:txBody>
          <a:bodyPr lIns="90000" rIns="90000" tIns="45000" bIns="45000" anchor="t">
            <a:normAutofit fontScale="53825"/>
          </a:bodyPr>
          <a:p>
            <a:pPr indent="0" algn="ctr" defTabSz="4388760">
              <a:lnSpc>
                <a:spcPct val="100000"/>
              </a:lnSpc>
              <a:spcBef>
                <a:spcPts val="2299"/>
              </a:spcBef>
              <a:buNone/>
              <a:tabLst>
                <a:tab algn="l" pos="0"/>
              </a:tabLst>
            </a:pPr>
            <a:r>
              <a:rPr b="1" lang="en-US" sz="11500" spc="-1" strike="noStrike" cap="small">
                <a:solidFill>
                  <a:schemeClr val="lt1"/>
                </a:solidFill>
                <a:latin typeface="Arial"/>
              </a:rPr>
              <a:t>Market Regimes and Price Forecasting for Alphabet Inc. (GOOGL)</a:t>
            </a:r>
            <a:endParaRPr b="0" lang="en-US" sz="11500" spc="-1" strike="noStrike">
              <a:solidFill>
                <a:schemeClr val="dk1"/>
              </a:solidFill>
              <a:latin typeface="Calibri"/>
            </a:endParaRPr>
          </a:p>
          <a:p>
            <a:pPr indent="0" algn="ctr" defTabSz="4388760">
              <a:lnSpc>
                <a:spcPct val="100000"/>
              </a:lnSpc>
              <a:spcBef>
                <a:spcPts val="2299"/>
              </a:spcBef>
              <a:buNone/>
              <a:tabLst>
                <a:tab algn="l" pos="0"/>
              </a:tabLst>
            </a:pPr>
            <a:r>
              <a:rPr b="1" lang="en-US" sz="11500" spc="-1" strike="noStrike" cap="small">
                <a:solidFill>
                  <a:schemeClr val="lt1"/>
                </a:solidFill>
                <a:latin typeface="Arial"/>
              </a:rPr>
              <a:t>Unsupervised clustering (K-Means vs K-Medoids) and ARIMA on ten years of daily prices</a:t>
            </a:r>
            <a:endParaRPr b="0" lang="en-US" sz="11500" spc="-1" strike="noStrike">
              <a:solidFill>
                <a:schemeClr val="dk1"/>
              </a:solidFill>
              <a:latin typeface="Calibri"/>
            </a:endParaRPr>
          </a:p>
        </p:txBody>
      </p:sp>
      <p:sp>
        <p:nvSpPr>
          <p:cNvPr id="186" name="PlaceHolder 11"/>
          <p:cNvSpPr>
            <a:spLocks noGrp="1"/>
          </p:cNvSpPr>
          <p:nvPr>
            <p:ph/>
          </p:nvPr>
        </p:nvSpPr>
        <p:spPr>
          <a:xfrm>
            <a:off x="22414680" y="11807280"/>
            <a:ext cx="10048680" cy="846000"/>
          </a:xfrm>
          <a:prstGeom prst="rect">
            <a:avLst/>
          </a:prstGeom>
          <a:noFill/>
          <a:ln w="0">
            <a:noFill/>
          </a:ln>
        </p:spPr>
        <p:txBody>
          <a:bodyPr lIns="228600" rIns="228600" tIns="228600" bIns="228600" anchor="t">
            <a:noAutofit/>
          </a:bodyPr>
          <a:p>
            <a:pPr indent="0" defTabSz="4388760">
              <a:lnSpc>
                <a:spcPct val="100000"/>
              </a:lnSpc>
              <a:spcBef>
                <a:spcPts val="499"/>
              </a:spcBef>
              <a:buNone/>
              <a:tabLst>
                <a:tab algn="l" pos="0"/>
              </a:tabLst>
            </a:pPr>
            <a:r>
              <a:rPr b="0" i="1" lang="en-US" sz="2500" spc="-1" strike="noStrike" u="sng">
                <a:solidFill>
                  <a:schemeClr val="accent5">
                    <a:lumMod val="50000"/>
                  </a:schemeClr>
                </a:solidFill>
                <a:uFillTx/>
                <a:latin typeface="Arial"/>
              </a:rPr>
              <a:t>Trend, seasonality and anomalies</a:t>
            </a:r>
            <a:endParaRPr b="0" lang="en-US" sz="2500" spc="-1" strike="noStrike">
              <a:solidFill>
                <a:schemeClr val="dk1"/>
              </a:solidFill>
              <a:latin typeface="Calibri"/>
            </a:endParaRPr>
          </a:p>
        </p:txBody>
      </p:sp>
      <p:sp>
        <p:nvSpPr>
          <p:cNvPr id="187" name="PlaceHolder 12"/>
          <p:cNvSpPr>
            <a:spLocks noGrp="1"/>
          </p:cNvSpPr>
          <p:nvPr>
            <p:ph/>
          </p:nvPr>
        </p:nvSpPr>
        <p:spPr>
          <a:xfrm>
            <a:off x="22415400" y="6392880"/>
            <a:ext cx="10048680" cy="846000"/>
          </a:xfrm>
          <a:prstGeom prst="rect">
            <a:avLst/>
          </a:prstGeom>
          <a:noFill/>
          <a:ln w="0">
            <a:noFill/>
          </a:ln>
        </p:spPr>
        <p:txBody>
          <a:bodyPr lIns="228600" rIns="228600" tIns="228600" bIns="228600" anchor="t">
            <a:noAutofit/>
          </a:bodyPr>
          <a:p>
            <a:pPr indent="0" defTabSz="4388760">
              <a:lnSpc>
                <a:spcPct val="100000"/>
              </a:lnSpc>
              <a:spcBef>
                <a:spcPts val="499"/>
              </a:spcBef>
              <a:buNone/>
              <a:tabLst>
                <a:tab algn="l" pos="0"/>
              </a:tabLst>
            </a:pPr>
            <a:r>
              <a:rPr b="0" i="1" lang="en-US" sz="2500" spc="-1" strike="noStrike" u="sng">
                <a:solidFill>
                  <a:schemeClr val="accent5">
                    <a:lumMod val="50000"/>
                  </a:schemeClr>
                </a:solidFill>
                <a:uFillTx/>
                <a:latin typeface="Arial"/>
              </a:rPr>
              <a:t>Regimes and their similarity (Q1)</a:t>
            </a:r>
            <a:endParaRPr b="0" lang="en-US" sz="2500" spc="-1" strike="noStrike">
              <a:solidFill>
                <a:schemeClr val="dk1"/>
              </a:solidFill>
              <a:latin typeface="Calibri"/>
            </a:endParaRPr>
          </a:p>
        </p:txBody>
      </p:sp>
      <p:sp>
        <p:nvSpPr>
          <p:cNvPr id="188" name="PlaceHolder 13"/>
          <p:cNvSpPr>
            <a:spLocks noGrp="1"/>
          </p:cNvSpPr>
          <p:nvPr>
            <p:ph/>
          </p:nvPr>
        </p:nvSpPr>
        <p:spPr>
          <a:xfrm>
            <a:off x="22401360" y="25388280"/>
            <a:ext cx="10048680" cy="846000"/>
          </a:xfrm>
          <a:prstGeom prst="rect">
            <a:avLst/>
          </a:prstGeom>
          <a:noFill/>
          <a:ln w="0">
            <a:noFill/>
          </a:ln>
        </p:spPr>
        <p:txBody>
          <a:bodyPr lIns="228600" rIns="228600" tIns="228600" bIns="228600" anchor="t">
            <a:noAutofit/>
          </a:bodyPr>
          <a:p>
            <a:pPr indent="0" defTabSz="4388760">
              <a:lnSpc>
                <a:spcPct val="100000"/>
              </a:lnSpc>
              <a:spcBef>
                <a:spcPts val="499"/>
              </a:spcBef>
              <a:buNone/>
              <a:tabLst>
                <a:tab algn="l" pos="0"/>
              </a:tabLst>
            </a:pPr>
            <a:r>
              <a:rPr b="0" i="1" lang="en-US" sz="2500" spc="-1" strike="noStrike" u="sng">
                <a:solidFill>
                  <a:schemeClr val="accent5">
                    <a:lumMod val="50000"/>
                  </a:schemeClr>
                </a:solidFill>
                <a:uFillTx/>
                <a:latin typeface="Arial"/>
              </a:rPr>
              <a:t>Identifying ARIMA (p, d, q)</a:t>
            </a:r>
            <a:endParaRPr b="0" lang="en-US" sz="2500" spc="-1" strike="noStrike">
              <a:solidFill>
                <a:schemeClr val="dk1"/>
              </a:solidFill>
              <a:latin typeface="Calibri"/>
            </a:endParaRPr>
          </a:p>
        </p:txBody>
      </p:sp>
      <p:sp>
        <p:nvSpPr>
          <p:cNvPr id="189" name="PlaceHolder 14"/>
          <p:cNvSpPr>
            <a:spLocks noGrp="1"/>
          </p:cNvSpPr>
          <p:nvPr>
            <p:ph/>
          </p:nvPr>
        </p:nvSpPr>
        <p:spPr>
          <a:xfrm>
            <a:off x="33371640" y="5536800"/>
            <a:ext cx="10048680" cy="846000"/>
          </a:xfrm>
          <a:prstGeom prst="rect">
            <a:avLst/>
          </a:prstGeom>
          <a:noFill/>
          <a:ln w="0">
            <a:noFill/>
          </a:ln>
        </p:spPr>
        <p:txBody>
          <a:bodyPr lIns="228600" rIns="228600" tIns="228600" bIns="228600" anchor="t">
            <a:noAutofit/>
          </a:bodyPr>
          <a:p>
            <a:pPr indent="0" defTabSz="4388760">
              <a:lnSpc>
                <a:spcPct val="100000"/>
              </a:lnSpc>
              <a:spcBef>
                <a:spcPts val="499"/>
              </a:spcBef>
              <a:buNone/>
              <a:tabLst>
                <a:tab algn="l" pos="0"/>
              </a:tabLst>
            </a:pPr>
            <a:r>
              <a:rPr b="0" i="1" lang="en-US" sz="2500" spc="-1" strike="noStrike" u="sng">
                <a:solidFill>
                  <a:schemeClr val="dk2"/>
                </a:solidFill>
                <a:uFillTx/>
                <a:latin typeface="Arial"/>
              </a:rPr>
              <a:t>Choosing k (Q2)</a:t>
            </a:r>
            <a:endParaRPr b="0" lang="en-US" sz="2500" spc="-1" strike="noStrike">
              <a:solidFill>
                <a:schemeClr val="dk1"/>
              </a:solidFill>
              <a:latin typeface="Calibri"/>
            </a:endParaRPr>
          </a:p>
        </p:txBody>
      </p:sp>
      <p:sp>
        <p:nvSpPr>
          <p:cNvPr id="190" name="PlaceHolder 15"/>
          <p:cNvSpPr>
            <a:spLocks noGrp="1"/>
          </p:cNvSpPr>
          <p:nvPr>
            <p:ph/>
          </p:nvPr>
        </p:nvSpPr>
        <p:spPr>
          <a:xfrm>
            <a:off x="33382800" y="6056640"/>
            <a:ext cx="10051560" cy="4693320"/>
          </a:xfrm>
          <a:prstGeom prst="rect">
            <a:avLst/>
          </a:prstGeom>
          <a:noFill/>
          <a:ln w="0">
            <a:noFill/>
          </a:ln>
        </p:spPr>
        <p:txBody>
          <a:bodyPr lIns="228600" rIns="228600" tIns="228600" bIns="228600" anchor="t">
            <a:noAutofit/>
          </a:bodyPr>
          <a:p>
            <a:pPr indent="0" defTabSz="4388760">
              <a:lnSpc>
                <a:spcPct val="100000"/>
              </a:lnSpc>
              <a:spcBef>
                <a:spcPts val="499"/>
              </a:spcBef>
              <a:buNone/>
              <a:tabLst>
                <a:tab algn="l" pos="0"/>
              </a:tabLst>
            </a:pPr>
            <a:r>
              <a:rPr b="0" lang="en-IE" sz="2500" spc="-1" strike="noStrike">
                <a:solidFill>
                  <a:schemeClr val="dk1"/>
                </a:solidFill>
                <a:latin typeface="Arial"/>
              </a:rPr>
              <a:t>Silhouette peaks at k = 2 for both algorithms, while Davies-Bouldin is lowest at k = 10 (K-Means) and k = 6 (K-Medoids). Neither optimum is useful: k = 2 collapses the market into up and down days. k = 3 is defensible on both curves and matches the three regimes under test.</a:t>
            </a:r>
            <a:endParaRPr b="0" lang="en-US" sz="2500" spc="-1" strike="noStrike">
              <a:solidFill>
                <a:schemeClr val="dk1"/>
              </a:solidFill>
              <a:latin typeface="Calibri"/>
            </a:endParaRPr>
          </a:p>
        </p:txBody>
      </p:sp>
      <p:sp>
        <p:nvSpPr>
          <p:cNvPr id="191" name="Content Placeholder 2"/>
          <p:cNvSpPr/>
          <p:nvPr/>
        </p:nvSpPr>
        <p:spPr>
          <a:xfrm>
            <a:off x="718200" y="19594440"/>
            <a:ext cx="9397080" cy="979200"/>
          </a:xfrm>
          <a:prstGeom prst="rect">
            <a:avLst/>
          </a:prstGeom>
          <a:noFill/>
          <a:ln w="0">
            <a:noFill/>
          </a:ln>
        </p:spPr>
        <p:style>
          <a:lnRef idx="0"/>
          <a:fillRef idx="0"/>
          <a:effectRef idx="0"/>
          <a:fontRef idx="minor"/>
        </p:style>
        <p:txBody>
          <a:bodyPr lIns="90000" rIns="90000" tIns="45000" bIns="45000" anchor="t">
            <a:noAutofit/>
          </a:bodyPr>
          <a:p>
            <a:pPr defTabSz="4388760">
              <a:lnSpc>
                <a:spcPct val="100000"/>
              </a:lnSpc>
              <a:spcBef>
                <a:spcPts val="479"/>
              </a:spcBef>
              <a:tabLst>
                <a:tab algn="l" pos="0"/>
              </a:tabLst>
            </a:pPr>
            <a:r>
              <a:rPr b="0" lang="en-GB" sz="2400" spc="-1" strike="noStrike">
                <a:solidFill>
                  <a:schemeClr val="dk1"/>
                </a:solidFill>
                <a:latin typeface="Arial"/>
              </a:rPr>
              <a:t>pandas cleans the three-row Yahoo header, the dates and the duplicates. Seven scale-free features are engineered, then standardised with StandardScaler. KMeans (scikit-learn) and kmedoids (pyclustering, on a 2,512 x 2,512 distance matrix) run for k = 2 to 10, scored by silhouette_score and davies_bouldin_score. statsmodels supplies adfuller, kpss, seasonal_decompose, plot_acf, plot_pacf and ARIMA. Every notebook cell is commented.</a:t>
            </a:r>
            <a:endParaRPr b="0" lang="en-US" sz="2400" spc="-1" strike="noStrike">
              <a:solidFill>
                <a:srgbClr val="ffffff"/>
              </a:solidFill>
              <a:latin typeface="Arial"/>
            </a:endParaRPr>
          </a:p>
        </p:txBody>
      </p:sp>
      <p:sp>
        <p:nvSpPr>
          <p:cNvPr id="192" name="Rectangle 24"/>
          <p:cNvSpPr/>
          <p:nvPr/>
        </p:nvSpPr>
        <p:spPr>
          <a:xfrm>
            <a:off x="1542960" y="32318280"/>
            <a:ext cx="2828520" cy="437760"/>
          </a:xfrm>
          <a:prstGeom prst="rect">
            <a:avLst/>
          </a:prstGeom>
          <a:solidFill>
            <a:schemeClr val="accent5">
              <a:lumMod val="50000"/>
            </a:schemeClr>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4388760">
              <a:lnSpc>
                <a:spcPct val="100000"/>
              </a:lnSpc>
            </a:pPr>
            <a:endParaRPr b="0" lang="en-IE" sz="8600" spc="-1" strike="noStrike">
              <a:solidFill>
                <a:schemeClr val="lt1"/>
              </a:solidFill>
              <a:latin typeface="Calibri"/>
            </a:endParaRPr>
          </a:p>
        </p:txBody>
      </p:sp>
      <p:sp>
        <p:nvSpPr>
          <p:cNvPr id="193" name="Content Placeholder 2"/>
          <p:cNvSpPr/>
          <p:nvPr/>
        </p:nvSpPr>
        <p:spPr>
          <a:xfrm>
            <a:off x="22533840" y="7077600"/>
            <a:ext cx="9795240" cy="5522400"/>
          </a:xfrm>
          <a:prstGeom prst="rect">
            <a:avLst/>
          </a:prstGeom>
          <a:noFill/>
          <a:ln w="0">
            <a:noFill/>
          </a:ln>
        </p:spPr>
        <p:style>
          <a:lnRef idx="0"/>
          <a:fillRef idx="0"/>
          <a:effectRef idx="0"/>
          <a:fontRef idx="minor"/>
        </p:style>
        <p:txBody>
          <a:bodyPr lIns="90000" rIns="90000" tIns="45000" bIns="45000" anchor="t">
            <a:noAutofit/>
          </a:bodyPr>
          <a:p>
            <a:pPr defTabSz="4388760">
              <a:lnSpc>
                <a:spcPct val="100000"/>
              </a:lnSpc>
              <a:spcBef>
                <a:spcPts val="499"/>
              </a:spcBef>
              <a:tabLst>
                <a:tab algn="l" pos="0"/>
              </a:tabLst>
            </a:pPr>
            <a:r>
              <a:rPr b="0" lang="en-IE" sz="2500" spc="-1" strike="noStrike">
                <a:solidFill>
                  <a:schemeClr val="dk1"/>
                </a:solidFill>
                <a:latin typeface="Calibri"/>
              </a:rPr>
              <a:t>Calm 1,044 days (61.5% up), Moderate 948 days (53.6% up), Turbulent 520 days (38.1% up). The mean daily range widens from 1.4% to 2.3% to 3.5%, and the mean return turns negative (-0.51%) in Turbulent.</a:t>
            </a:r>
            <a:endParaRPr b="0" lang="en-US" sz="2500" spc="-1" strike="noStrike">
              <a:solidFill>
                <a:srgbClr val="ffffff"/>
              </a:solidFill>
              <a:latin typeface="Arial"/>
            </a:endParaRPr>
          </a:p>
          <a:p>
            <a:pPr defTabSz="4388760">
              <a:lnSpc>
                <a:spcPct val="100000"/>
              </a:lnSpc>
              <a:spcBef>
                <a:spcPts val="499"/>
              </a:spcBef>
              <a:tabLst>
                <a:tab algn="l" pos="0"/>
              </a:tabLst>
            </a:pPr>
            <a:r>
              <a:rPr b="0" lang="en-IE" sz="2500" spc="-1" strike="noStrike">
                <a:solidFill>
                  <a:schemeClr val="dk1"/>
                </a:solidFill>
                <a:latin typeface="Calibri"/>
              </a:rPr>
              <a:t>Q1: distances between the real medoid days are Calm-Moderate 2.04, Moderate-Turbulent 3.27 and Calm-Turbulent 3.58, so adjacent regimes are the most alike and the extremes are the most distinct.</a:t>
            </a:r>
            <a:endParaRPr b="0" lang="en-US" sz="2500" spc="-1" strike="noStrike">
              <a:solidFill>
                <a:srgbClr val="ffffff"/>
              </a:solidFill>
              <a:latin typeface="Arial"/>
            </a:endParaRPr>
          </a:p>
        </p:txBody>
      </p:sp>
      <p:sp>
        <p:nvSpPr>
          <p:cNvPr id="194" name="PlaceHolder 16"/>
          <p:cNvSpPr>
            <a:spLocks noGrp="1"/>
          </p:cNvSpPr>
          <p:nvPr>
            <p:ph/>
          </p:nvPr>
        </p:nvSpPr>
        <p:spPr>
          <a:xfrm>
            <a:off x="22407480" y="25935840"/>
            <a:ext cx="10051560" cy="6490800"/>
          </a:xfrm>
          <a:prstGeom prst="rect">
            <a:avLst/>
          </a:prstGeom>
          <a:noFill/>
          <a:ln w="0">
            <a:noFill/>
          </a:ln>
        </p:spPr>
        <p:txBody>
          <a:bodyPr lIns="228600" rIns="228600" tIns="228600" bIns="228600" anchor="t">
            <a:noAutofit/>
          </a:bodyPr>
          <a:p>
            <a:pPr indent="0" defTabSz="4388760">
              <a:lnSpc>
                <a:spcPct val="100000"/>
              </a:lnSpc>
              <a:spcBef>
                <a:spcPts val="499"/>
              </a:spcBef>
              <a:buNone/>
              <a:tabLst>
                <a:tab algn="l" pos="0"/>
              </a:tabLst>
            </a:pPr>
            <a:r>
              <a:rPr b="0" lang="en-IE" sz="2500" spc="-1" strike="noStrike">
                <a:solidFill>
                  <a:schemeClr val="dk1"/>
                </a:solidFill>
                <a:latin typeface="Arial"/>
              </a:rPr>
              <a:t>d: the price is non-stationary (ADF +1.079, p = 0.995; KPSS p = 0.01). After one difference ADF is -16.908 and KPSS p = 0.10, so both tests agree and d = 1. A second difference is avoided because over-differencing widens the forecast intervals.</a:t>
            </a:r>
            <a:endParaRPr b="0" lang="en-US" sz="2500" spc="-1" strike="noStrike">
              <a:solidFill>
                <a:schemeClr val="dk1"/>
              </a:solidFill>
              <a:latin typeface="Calibri"/>
            </a:endParaRPr>
          </a:p>
          <a:p>
            <a:pPr indent="0" defTabSz="4388760">
              <a:lnSpc>
                <a:spcPct val="100000"/>
              </a:lnSpc>
              <a:spcBef>
                <a:spcPts val="499"/>
              </a:spcBef>
              <a:buNone/>
              <a:tabLst>
                <a:tab algn="l" pos="0"/>
              </a:tabLst>
            </a:pPr>
            <a:r>
              <a:rPr b="0" lang="en-IE" sz="2500" spc="-1" strike="noStrike">
                <a:solidFill>
                  <a:schemeClr val="dk1"/>
                </a:solidFill>
                <a:latin typeface="Arial"/>
              </a:rPr>
              <a:t>p and q: the undifferenced ACF barely decays across 40 lags. In the differenced series both ACF and PACF fall inside the confidence band after one small spike at lag 1, ambiguous between AR(1) and MA(1).</a:t>
            </a:r>
            <a:endParaRPr b="0" lang="en-US" sz="2500" spc="-1" strike="noStrike">
              <a:solidFill>
                <a:schemeClr val="dk1"/>
              </a:solidFill>
              <a:latin typeface="Calibri"/>
            </a:endParaRPr>
          </a:p>
          <a:p>
            <a:pPr indent="0" defTabSz="4388760">
              <a:lnSpc>
                <a:spcPct val="100000"/>
              </a:lnSpc>
              <a:spcBef>
                <a:spcPts val="499"/>
              </a:spcBef>
              <a:buNone/>
              <a:tabLst>
                <a:tab algn="l" pos="0"/>
              </a:tabLst>
            </a:pPr>
            <a:r>
              <a:rPr b="0" lang="en-IE" sz="2500" spc="-1" strike="noStrike">
                <a:solidFill>
                  <a:schemeClr val="dk1"/>
                </a:solidFill>
                <a:latin typeface="Arial"/>
              </a:rPr>
              <a:t>Because the plots cannot decide, AIC does (Akaike, 1974). A grid search over the shortlist gives ARIMA(1,1,0) the lowest AIC (-12,582.7).</a:t>
            </a:r>
            <a:endParaRPr b="0" lang="en-US" sz="2500" spc="-1" strike="noStrike">
              <a:solidFill>
                <a:schemeClr val="dk1"/>
              </a:solidFill>
              <a:latin typeface="Calibri"/>
            </a:endParaRPr>
          </a:p>
        </p:txBody>
      </p:sp>
      <p:sp>
        <p:nvSpPr>
          <p:cNvPr id="195" name="PlaceHolder 17"/>
          <p:cNvSpPr>
            <a:spLocks noGrp="1"/>
          </p:cNvSpPr>
          <p:nvPr>
            <p:ph/>
          </p:nvPr>
        </p:nvSpPr>
        <p:spPr>
          <a:xfrm>
            <a:off x="521640" y="12794040"/>
            <a:ext cx="10026360" cy="753840"/>
          </a:xfrm>
          <a:prstGeom prst="rect">
            <a:avLst/>
          </a:prstGeom>
          <a:noFill/>
          <a:ln w="0">
            <a:noFill/>
          </a:ln>
        </p:spPr>
        <p:txBody>
          <a:bodyPr lIns="91440" rIns="91440" tIns="91440" bIns="91440" anchor="ctr">
            <a:noAutofit/>
          </a:bodyPr>
          <a:p>
            <a:pPr indent="0" algn="ctr" defTabSz="4388760">
              <a:lnSpc>
                <a:spcPct val="100000"/>
              </a:lnSpc>
              <a:spcBef>
                <a:spcPts val="740"/>
              </a:spcBef>
              <a:buNone/>
              <a:tabLst>
                <a:tab algn="l" pos="0"/>
              </a:tabLst>
            </a:pPr>
            <a:r>
              <a:rPr b="1" lang="en-US" sz="3700" spc="-1" strike="noStrike" u="sng">
                <a:solidFill>
                  <a:schemeClr val="dk2"/>
                </a:solidFill>
                <a:uFillTx/>
                <a:latin typeface="Arial"/>
              </a:rPr>
              <a:t>RESEARCH QUESTIONS</a:t>
            </a:r>
            <a:endParaRPr b="0" lang="en-US" sz="3700" spc="-1" strike="noStrike">
              <a:solidFill>
                <a:schemeClr val="dk1"/>
              </a:solidFill>
              <a:latin typeface="Calibri"/>
            </a:endParaRPr>
          </a:p>
        </p:txBody>
      </p:sp>
      <p:sp>
        <p:nvSpPr>
          <p:cNvPr id="196" name="Content Placeholder 2"/>
          <p:cNvSpPr/>
          <p:nvPr/>
        </p:nvSpPr>
        <p:spPr>
          <a:xfrm>
            <a:off x="578520" y="13812840"/>
            <a:ext cx="9736560" cy="5275800"/>
          </a:xfrm>
          <a:prstGeom prst="rect">
            <a:avLst/>
          </a:prstGeom>
          <a:noFill/>
          <a:ln w="0">
            <a:noFill/>
          </a:ln>
        </p:spPr>
        <p:style>
          <a:lnRef idx="0"/>
          <a:fillRef idx="0"/>
          <a:effectRef idx="0"/>
          <a:fontRef idx="minor"/>
        </p:style>
        <p:txBody>
          <a:bodyPr lIns="90000" rIns="90000" tIns="45000" bIns="45000" anchor="t">
            <a:noAutofit/>
          </a:bodyPr>
          <a:p>
            <a:pPr algn="just" defTabSz="895320">
              <a:lnSpc>
                <a:spcPct val="100000"/>
              </a:lnSpc>
              <a:spcBef>
                <a:spcPts val="479"/>
              </a:spcBef>
              <a:tabLst>
                <a:tab algn="l" pos="0"/>
              </a:tabLst>
            </a:pPr>
            <a:r>
              <a:rPr b="0" lang="en-IE" sz="2400" spc="-1" strike="noStrike">
                <a:solidFill>
                  <a:schemeClr val="dk1"/>
                </a:solidFill>
                <a:latin typeface="Arial"/>
              </a:rPr>
              <a:t>Q1. How can similarity and dissimilarity between the discovered regimes be measured?</a:t>
            </a:r>
            <a:endParaRPr b="0" lang="en-US" sz="2400" spc="-1" strike="noStrike">
              <a:solidFill>
                <a:srgbClr val="ffffff"/>
              </a:solidFill>
              <a:latin typeface="Arial"/>
            </a:endParaRPr>
          </a:p>
          <a:p>
            <a:pPr algn="just" defTabSz="895320">
              <a:lnSpc>
                <a:spcPct val="100000"/>
              </a:lnSpc>
              <a:spcBef>
                <a:spcPts val="479"/>
              </a:spcBef>
              <a:tabLst>
                <a:tab algn="l" pos="0"/>
              </a:tabLst>
            </a:pPr>
            <a:r>
              <a:rPr b="0" lang="en-IE" sz="2400" spc="-1" strike="noStrike">
                <a:solidFill>
                  <a:schemeClr val="dk1"/>
                </a:solidFill>
                <a:latin typeface="Arial"/>
              </a:rPr>
              <a:t>Q2. Which clustering solution is preferable, and on what evidence?</a:t>
            </a:r>
            <a:endParaRPr b="0" lang="en-US" sz="2400" spc="-1" strike="noStrike">
              <a:solidFill>
                <a:srgbClr val="ffffff"/>
              </a:solidFill>
              <a:latin typeface="Arial"/>
            </a:endParaRPr>
          </a:p>
          <a:p>
            <a:pPr algn="just" defTabSz="895320">
              <a:lnSpc>
                <a:spcPct val="100000"/>
              </a:lnSpc>
              <a:spcBef>
                <a:spcPts val="479"/>
              </a:spcBef>
              <a:tabLst>
                <a:tab algn="l" pos="0"/>
              </a:tabLst>
            </a:pPr>
            <a:r>
              <a:rPr b="0" lang="en-IE" sz="2400" spc="-1" strike="noStrike">
                <a:solidFill>
                  <a:schemeClr val="dk1"/>
                </a:solidFill>
                <a:latin typeface="Arial"/>
              </a:rPr>
              <a:t>Q3. How are the ARIMA parameters (p, d, q) determined, and what are the strengths and limits of the forecast?</a:t>
            </a:r>
            <a:endParaRPr b="0" lang="en-US" sz="2400" spc="-1" strike="noStrike">
              <a:solidFill>
                <a:srgbClr val="ffffff"/>
              </a:solidFill>
              <a:latin typeface="Arial"/>
            </a:endParaRPr>
          </a:p>
        </p:txBody>
      </p:sp>
      <p:sp>
        <p:nvSpPr>
          <p:cNvPr id="197" name="Content Placeholder 2"/>
          <p:cNvSpPr/>
          <p:nvPr/>
        </p:nvSpPr>
        <p:spPr>
          <a:xfrm>
            <a:off x="33513120" y="22822920"/>
            <a:ext cx="9736560" cy="5408280"/>
          </a:xfrm>
          <a:prstGeom prst="rect">
            <a:avLst/>
          </a:prstGeom>
          <a:noFill/>
          <a:ln w="0">
            <a:noFill/>
          </a:ln>
        </p:spPr>
        <p:style>
          <a:lnRef idx="0"/>
          <a:fillRef idx="0"/>
          <a:effectRef idx="0"/>
          <a:fontRef idx="minor"/>
        </p:style>
        <p:txBody>
          <a:bodyPr lIns="90000" rIns="90000" tIns="45000" bIns="45000" anchor="t">
            <a:noAutofit/>
          </a:bodyPr>
          <a:p>
            <a:pPr algn="just" defTabSz="895320">
              <a:lnSpc>
                <a:spcPct val="100000"/>
              </a:lnSpc>
              <a:spcBef>
                <a:spcPts val="479"/>
              </a:spcBef>
              <a:tabLst>
                <a:tab algn="l" pos="0"/>
              </a:tabLst>
            </a:pPr>
            <a:r>
              <a:rPr b="0" lang="en-IE" sz="2400" spc="-1" strike="noStrike">
                <a:solidFill>
                  <a:schemeClr val="dk1"/>
                </a:solidFill>
                <a:latin typeface="Arial"/>
              </a:rPr>
              <a:t>Q2: K-Means is preferred, being better on both indices. Silhouette judges how well each day fits its own cluster, Davies-Bouldin judges whole clusters; two different measures agreeing makes the choice safe. Both values are modest, so the regimes genuinely overlap.</a:t>
            </a:r>
            <a:endParaRPr b="0" lang="en-US" sz="2400" spc="-1" strike="noStrike">
              <a:solidFill>
                <a:srgbClr val="ffffff"/>
              </a:solidFill>
              <a:latin typeface="Arial"/>
            </a:endParaRPr>
          </a:p>
          <a:p>
            <a:pPr algn="just" defTabSz="895320">
              <a:lnSpc>
                <a:spcPct val="100000"/>
              </a:lnSpc>
              <a:spcBef>
                <a:spcPts val="479"/>
              </a:spcBef>
              <a:tabLst>
                <a:tab algn="l" pos="0"/>
              </a:tabLst>
            </a:pPr>
            <a:r>
              <a:rPr b="0" lang="en-IE" sz="2400" spc="-1" strike="noStrike">
                <a:solidFill>
                  <a:schemeClr val="dk1"/>
                </a:solidFill>
                <a:latin typeface="Arial"/>
              </a:rPr>
              <a:t>Q3: the Box-Jenkins steps are transparent and reproducible, and ADF and KPSS agree on d = 1. The static forecast drifts up from 366.22 to 386.29 with a widening 95% interval, while the chart shows the actual price ending below it.</a:t>
            </a:r>
            <a:endParaRPr b="0" lang="en-US" sz="2400" spc="-1" strike="noStrike">
              <a:solidFill>
                <a:srgbClr val="ffffff"/>
              </a:solidFill>
              <a:latin typeface="Arial"/>
            </a:endParaRPr>
          </a:p>
          <a:p>
            <a:pPr algn="just" defTabSz="895320">
              <a:lnSpc>
                <a:spcPct val="100000"/>
              </a:lnSpc>
              <a:spcBef>
                <a:spcPts val="479"/>
              </a:spcBef>
              <a:tabLst>
                <a:tab algn="l" pos="0"/>
              </a:tabLst>
            </a:pPr>
            <a:r>
              <a:rPr b="0" lang="en-IE" sz="2400" spc="-1" strike="noStrike">
                <a:solidFill>
                  <a:schemeClr val="dk1"/>
                </a:solidFill>
                <a:latin typeface="Arial"/>
              </a:rPr>
              <a:t>Limitations: the model was selected on AIC, which measures fit rather than forecast skill; no out-of-sample error was calculated, so no accuracy claim is made. One stock, one window, one static forecast path.</a:t>
            </a:r>
            <a:endParaRPr b="0" lang="en-US" sz="2400" spc="-1" strike="noStrike">
              <a:solidFill>
                <a:srgbClr val="ffffff"/>
              </a:solidFill>
              <a:latin typeface="Arial"/>
            </a:endParaRPr>
          </a:p>
          <a:p>
            <a:pPr algn="just" defTabSz="895320">
              <a:lnSpc>
                <a:spcPct val="100000"/>
              </a:lnSpc>
              <a:spcBef>
                <a:spcPts val="479"/>
              </a:spcBef>
              <a:tabLst>
                <a:tab algn="l" pos="0"/>
              </a:tabLst>
            </a:pPr>
            <a:r>
              <a:rPr b="0" lang="en-IE" sz="2400" spc="-1" strike="noStrike">
                <a:solidFill>
                  <a:schemeClr val="dk1"/>
                </a:solidFill>
                <a:latin typeface="Arial"/>
              </a:rPr>
              <a:t>Presentation record video link -</a:t>
            </a:r>
            <a:endParaRPr b="0" lang="en-US" sz="2400" spc="-1" strike="noStrike">
              <a:solidFill>
                <a:srgbClr val="ffffff"/>
              </a:solidFill>
              <a:latin typeface="Arial"/>
            </a:endParaRPr>
          </a:p>
          <a:p>
            <a:pPr algn="just" defTabSz="895320">
              <a:lnSpc>
                <a:spcPct val="100000"/>
              </a:lnSpc>
              <a:spcBef>
                <a:spcPts val="479"/>
              </a:spcBef>
              <a:tabLst>
                <a:tab algn="l" pos="0"/>
              </a:tabLst>
            </a:pPr>
            <a:r>
              <a:rPr b="0" lang="en-IE" sz="2400" spc="-1" strike="noStrike">
                <a:solidFill>
                  <a:schemeClr val="dk1"/>
                </a:solidFill>
                <a:latin typeface="Arial"/>
              </a:rPr>
              <a:t>https://drive.google.com/file/d/1NS0UfwKVzySgHkwkkpSCJgbJGiQAEJMK/view?usp=drive_link</a:t>
            </a:r>
            <a:endParaRPr b="0" lang="en-US" sz="2400" spc="-1" strike="noStrike">
              <a:solidFill>
                <a:srgbClr val="ffffff"/>
              </a:solidFill>
              <a:latin typeface="Arial"/>
            </a:endParaRPr>
          </a:p>
        </p:txBody>
      </p:sp>
      <p:graphicFrame>
        <p:nvGraphicFramePr>
          <p:cNvPr id="198" name="Table 36"/>
          <p:cNvGraphicFramePr/>
          <p:nvPr/>
        </p:nvGraphicFramePr>
        <p:xfrm>
          <a:off x="11653920" y="26870040"/>
          <a:ext cx="9741960" cy="1612440"/>
        </p:xfrm>
        <a:graphic>
          <a:graphicData uri="http://schemas.openxmlformats.org/drawingml/2006/table">
            <a:tbl>
              <a:tblPr/>
              <a:tblGrid>
                <a:gridCol w="7313760"/>
                <a:gridCol w="1447560"/>
                <a:gridCol w="980280"/>
              </a:tblGrid>
              <a:tr h="398160">
                <a:tc>
                  <a:txBody>
                    <a:bodyPr lIns="68400" rIns="68400" tIns="0" bIns="0" anchor="ctr">
                      <a:noAutofit/>
                    </a:bodyPr>
                    <a:p>
                      <a:pPr defTabSz="4388760">
                        <a:lnSpc>
                          <a:spcPct val="100000"/>
                        </a:lnSpc>
                      </a:pPr>
                      <a:r>
                        <a:rPr b="1" lang="en-IE" sz="1800" spc="-1" strike="noStrike">
                          <a:solidFill>
                            <a:schemeClr val="dk1"/>
                          </a:solidFill>
                          <a:latin typeface="Arial"/>
                          <a:ea typeface="Times New Roman"/>
                        </a:rPr>
                        <a:t>Measure at k = 3</a:t>
                      </a:r>
                      <a:endParaRPr b="0" lang="en-US" sz="1800" spc="-1" strike="noStrike">
                        <a:solidFill>
                          <a:srgbClr val="000000"/>
                        </a:solidFill>
                        <a:latin typeface="Arial"/>
                      </a:endParaRPr>
                    </a:p>
                  </a:txBody>
                  <a:tcPr anchor="ctr" marL="68400" marR="6840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tc>
                  <a:txBody>
                    <a:bodyPr lIns="68400" rIns="68400" tIns="0" bIns="0" anchor="ctr">
                      <a:noAutofit/>
                    </a:bodyPr>
                    <a:p>
                      <a:pPr defTabSz="4388760">
                        <a:lnSpc>
                          <a:spcPct val="100000"/>
                        </a:lnSpc>
                      </a:pPr>
                      <a:r>
                        <a:rPr b="1" lang="en-GB" sz="1800" spc="-1" strike="noStrike">
                          <a:solidFill>
                            <a:schemeClr val="lt1"/>
                          </a:solidFill>
                          <a:latin typeface="Calibri"/>
                        </a:rPr>
                        <a:t>K-Means</a:t>
                      </a:r>
                      <a:endParaRPr b="0" lang="en-US" sz="1800" spc="-1" strike="noStrike">
                        <a:solidFill>
                          <a:srgbClr val="000000"/>
                        </a:solidFill>
                        <a:latin typeface="Arial"/>
                      </a:endParaRPr>
                    </a:p>
                  </a:txBody>
                  <a:tcPr anchor="ctr" marL="68400" marR="6840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tc>
                  <a:txBody>
                    <a:bodyPr lIns="68400" rIns="68400" tIns="0" bIns="0" anchor="ctr">
                      <a:noAutofit/>
                    </a:bodyPr>
                    <a:p>
                      <a:pPr defTabSz="4388760">
                        <a:lnSpc>
                          <a:spcPct val="100000"/>
                        </a:lnSpc>
                      </a:pPr>
                      <a:r>
                        <a:rPr b="1" lang="en-GB" sz="1800" spc="-1" strike="noStrike">
                          <a:solidFill>
                            <a:schemeClr val="lt1"/>
                          </a:solidFill>
                          <a:latin typeface="Calibri"/>
                        </a:rPr>
                        <a:t>K-Medoids</a:t>
                      </a:r>
                      <a:endParaRPr b="0" lang="en-US" sz="1800" spc="-1" strike="noStrike">
                        <a:solidFill>
                          <a:srgbClr val="000000"/>
                        </a:solidFill>
                        <a:latin typeface="Arial"/>
                      </a:endParaRPr>
                    </a:p>
                  </a:txBody>
                  <a:tcPr anchor="ctr" marL="68400" marR="6840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tr>
              <a:tr h="288000">
                <a:tc>
                  <a:txBody>
                    <a:bodyPr lIns="68400" rIns="68400" tIns="0" bIns="0" anchor="ctr">
                      <a:noAutofit/>
                    </a:bodyPr>
                    <a:p>
                      <a:pPr defTabSz="4388760">
                        <a:lnSpc>
                          <a:spcPct val="100000"/>
                        </a:lnSpc>
                      </a:pPr>
                      <a:r>
                        <a:rPr b="0" lang="en-GB" sz="1600" spc="-1" strike="noStrike">
                          <a:solidFill>
                            <a:schemeClr val="dk1"/>
                          </a:solidFill>
                          <a:latin typeface="Arial"/>
                        </a:rPr>
                        <a:t>Silhouette (higher is better)</a:t>
                      </a:r>
                      <a:endParaRPr b="0" lang="en-US" sz="1600" spc="-1" strike="noStrike">
                        <a:solidFill>
                          <a:srgbClr val="000000"/>
                        </a:solidFill>
                        <a:latin typeface="Arial"/>
                      </a:endParaRPr>
                    </a:p>
                  </a:txBody>
                  <a:tcPr anchor="ct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85000"/>
                      </a:schemeClr>
                    </a:solidFill>
                  </a:tcPr>
                </a:tc>
                <a:tc>
                  <a:txBody>
                    <a:bodyPr lIns="68400" rIns="68400" tIns="0" bIns="0" anchor="ctr">
                      <a:noAutofit/>
                    </a:bodyPr>
                    <a:p>
                      <a:pPr defTabSz="4388760">
                        <a:lnSpc>
                          <a:spcPct val="100000"/>
                        </a:lnSpc>
                      </a:pPr>
                      <a:r>
                        <a:rPr b="0" lang="en-GB" sz="1600" spc="-1" strike="noStrike">
                          <a:solidFill>
                            <a:schemeClr val="dk1"/>
                          </a:solidFill>
                          <a:latin typeface="Arial"/>
                        </a:rPr>
                        <a:t>0.330</a:t>
                      </a:r>
                      <a:endParaRPr b="0" lang="en-US" sz="1600" spc="-1" strike="noStrike">
                        <a:solidFill>
                          <a:srgbClr val="000000"/>
                        </a:solidFill>
                        <a:latin typeface="Arial"/>
                      </a:endParaRPr>
                    </a:p>
                  </a:txBody>
                  <a:tcPr anchor="ct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85000"/>
                      </a:schemeClr>
                    </a:solidFill>
                  </a:tcPr>
                </a:tc>
                <a:tc>
                  <a:txBody>
                    <a:bodyPr lIns="68400" rIns="68400" tIns="0" bIns="0" anchor="t">
                      <a:noAutofit/>
                    </a:bodyPr>
                    <a:p>
                      <a:pPr algn="r" defTabSz="4388760">
                        <a:lnSpc>
                          <a:spcPct val="100000"/>
                        </a:lnSpc>
                      </a:pPr>
                      <a:r>
                        <a:rPr b="0" lang="en-GB" sz="1600" spc="-1" strike="noStrike">
                          <a:solidFill>
                            <a:schemeClr val="dk1"/>
                          </a:solidFill>
                          <a:latin typeface="Arial"/>
                        </a:rPr>
                        <a:t>0.148</a:t>
                      </a:r>
                      <a:endParaRPr b="0" lang="en-US" sz="1600" spc="-1" strike="noStrike">
                        <a:solidFill>
                          <a:srgbClr val="000000"/>
                        </a:solidFill>
                        <a:latin typeface="Arial"/>
                      </a:endParaRPr>
                    </a:p>
                  </a:txBody>
                  <a:tcPr anchor="t"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85000"/>
                      </a:schemeClr>
                    </a:solidFill>
                  </a:tcPr>
                </a:tc>
              </a:tr>
              <a:tr h="288000">
                <a:tc>
                  <a:txBody>
                    <a:bodyPr lIns="68400" rIns="68400" tIns="0" bIns="0" anchor="ctr">
                      <a:noAutofit/>
                    </a:bodyPr>
                    <a:p>
                      <a:pPr defTabSz="4388760">
                        <a:lnSpc>
                          <a:spcPct val="100000"/>
                        </a:lnSpc>
                      </a:pPr>
                      <a:r>
                        <a:rPr b="0" lang="en-GB" sz="1600" spc="-1" strike="noStrike">
                          <a:solidFill>
                            <a:schemeClr val="dk1"/>
                          </a:solidFill>
                          <a:latin typeface="Arial"/>
                        </a:rPr>
                        <a:t>Davies-Bouldin (lower is better)</a:t>
                      </a:r>
                      <a:endParaRPr b="0" lang="en-US" sz="1600" spc="-1" strike="noStrike">
                        <a:solidFill>
                          <a:srgbClr val="000000"/>
                        </a:solidFill>
                        <a:latin typeface="Arial"/>
                      </a:endParaRPr>
                    </a:p>
                  </a:txBody>
                  <a:tcPr anchor="ct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85000"/>
                      </a:schemeClr>
                    </a:solidFill>
                  </a:tcPr>
                </a:tc>
                <a:tc>
                  <a:txBody>
                    <a:bodyPr lIns="68400" rIns="68400" tIns="0" bIns="0" anchor="ctr">
                      <a:noAutofit/>
                    </a:bodyPr>
                    <a:p>
                      <a:pPr defTabSz="4388760">
                        <a:lnSpc>
                          <a:spcPct val="100000"/>
                        </a:lnSpc>
                      </a:pPr>
                      <a:r>
                        <a:rPr b="0" lang="en-GB" sz="1600" spc="-1" strike="noStrike">
                          <a:solidFill>
                            <a:schemeClr val="dk1"/>
                          </a:solidFill>
                          <a:latin typeface="Arial"/>
                        </a:rPr>
                        <a:t>1.476</a:t>
                      </a:r>
                      <a:endParaRPr b="0" lang="en-US" sz="1600" spc="-1" strike="noStrike">
                        <a:solidFill>
                          <a:srgbClr val="000000"/>
                        </a:solidFill>
                        <a:latin typeface="Arial"/>
                      </a:endParaRPr>
                    </a:p>
                  </a:txBody>
                  <a:tcPr anchor="ct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85000"/>
                      </a:schemeClr>
                    </a:solidFill>
                  </a:tcPr>
                </a:tc>
                <a:tc>
                  <a:txBody>
                    <a:bodyPr lIns="68400" rIns="68400" tIns="0" bIns="0" anchor="t">
                      <a:noAutofit/>
                    </a:bodyPr>
                    <a:p>
                      <a:pPr algn="r" defTabSz="4388760">
                        <a:lnSpc>
                          <a:spcPct val="100000"/>
                        </a:lnSpc>
                      </a:pPr>
                      <a:r>
                        <a:rPr b="0" lang="en-GB" sz="1600" spc="-1" strike="noStrike">
                          <a:solidFill>
                            <a:schemeClr val="dk1"/>
                          </a:solidFill>
                          <a:latin typeface="Arial"/>
                        </a:rPr>
                        <a:t>1.881</a:t>
                      </a:r>
                      <a:endParaRPr b="0" lang="en-US" sz="1600" spc="-1" strike="noStrike">
                        <a:solidFill>
                          <a:srgbClr val="000000"/>
                        </a:solidFill>
                        <a:latin typeface="Arial"/>
                      </a:endParaRPr>
                    </a:p>
                  </a:txBody>
                  <a:tcPr anchor="t"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85000"/>
                      </a:schemeClr>
                    </a:solidFill>
                  </a:tcPr>
                </a:tc>
              </a:tr>
              <a:tr h="288000">
                <a:tc>
                  <a:txBody>
                    <a:bodyPr lIns="68400" rIns="68400" tIns="0" bIns="0" anchor="ctr">
                      <a:noAutofit/>
                    </a:bodyPr>
                    <a:p>
                      <a:pPr defTabSz="4388760">
                        <a:lnSpc>
                          <a:spcPct val="100000"/>
                        </a:lnSpc>
                      </a:pPr>
                      <a:r>
                        <a:rPr b="0" lang="en-GB" sz="1600" spc="-1" strike="noStrike">
                          <a:solidFill>
                            <a:schemeClr val="dk1"/>
                          </a:solidFill>
                          <a:latin typeface="Arial"/>
                        </a:rPr>
                        <a:t>Best k by silhouette</a:t>
                      </a:r>
                      <a:endParaRPr b="0" lang="en-US" sz="1600" spc="-1" strike="noStrike">
                        <a:solidFill>
                          <a:srgbClr val="000000"/>
                        </a:solidFill>
                        <a:latin typeface="Arial"/>
                      </a:endParaRPr>
                    </a:p>
                  </a:txBody>
                  <a:tcPr anchor="ct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85000"/>
                      </a:schemeClr>
                    </a:solidFill>
                  </a:tcPr>
                </a:tc>
                <a:tc>
                  <a:txBody>
                    <a:bodyPr lIns="68400" rIns="68400" tIns="0" bIns="0" anchor="ctr">
                      <a:noAutofit/>
                    </a:bodyPr>
                    <a:p>
                      <a:pPr defTabSz="4388760">
                        <a:lnSpc>
                          <a:spcPct val="100000"/>
                        </a:lnSpc>
                      </a:pPr>
                      <a:r>
                        <a:rPr b="0" lang="en-GB" sz="1600" spc="-1" strike="noStrike">
                          <a:solidFill>
                            <a:schemeClr val="dk1"/>
                          </a:solidFill>
                          <a:latin typeface="Arial"/>
                        </a:rPr>
                        <a:t>2</a:t>
                      </a:r>
                      <a:endParaRPr b="0" lang="en-US" sz="1600" spc="-1" strike="noStrike">
                        <a:solidFill>
                          <a:srgbClr val="000000"/>
                        </a:solidFill>
                        <a:latin typeface="Arial"/>
                      </a:endParaRPr>
                    </a:p>
                  </a:txBody>
                  <a:tcPr anchor="ct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85000"/>
                      </a:schemeClr>
                    </a:solidFill>
                  </a:tcPr>
                </a:tc>
                <a:tc>
                  <a:txBody>
                    <a:bodyPr lIns="68400" rIns="68400" tIns="0" bIns="0" anchor="t">
                      <a:noAutofit/>
                    </a:bodyPr>
                    <a:p>
                      <a:pPr algn="r" defTabSz="4388760">
                        <a:lnSpc>
                          <a:spcPct val="100000"/>
                        </a:lnSpc>
                      </a:pPr>
                      <a:r>
                        <a:rPr b="0" lang="en-GB" sz="1600" spc="-1" strike="noStrike">
                          <a:solidFill>
                            <a:schemeClr val="dk1"/>
                          </a:solidFill>
                          <a:latin typeface="Arial"/>
                        </a:rPr>
                        <a:t>2</a:t>
                      </a:r>
                      <a:endParaRPr b="0" lang="en-US" sz="1600" spc="-1" strike="noStrike">
                        <a:solidFill>
                          <a:srgbClr val="000000"/>
                        </a:solidFill>
                        <a:latin typeface="Arial"/>
                      </a:endParaRPr>
                    </a:p>
                  </a:txBody>
                  <a:tcPr anchor="t"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85000"/>
                      </a:schemeClr>
                    </a:solidFill>
                  </a:tcPr>
                </a:tc>
              </a:tr>
              <a:tr h="288000">
                <a:tc>
                  <a:txBody>
                    <a:bodyPr lIns="68400" rIns="68400" tIns="0" bIns="0" anchor="ctr">
                      <a:noAutofit/>
                    </a:bodyPr>
                    <a:p>
                      <a:pPr defTabSz="4388760">
                        <a:lnSpc>
                          <a:spcPct val="100000"/>
                        </a:lnSpc>
                      </a:pPr>
                      <a:r>
                        <a:rPr b="0" lang="en-GB" sz="1600" spc="-1" strike="noStrike">
                          <a:solidFill>
                            <a:schemeClr val="dk1"/>
                          </a:solidFill>
                          <a:latin typeface="Arial"/>
                        </a:rPr>
                        <a:t>Best k by Davies-Bouldin</a:t>
                      </a:r>
                      <a:endParaRPr b="0" lang="en-US" sz="1600" spc="-1" strike="noStrike">
                        <a:solidFill>
                          <a:srgbClr val="000000"/>
                        </a:solidFill>
                        <a:latin typeface="Arial"/>
                      </a:endParaRPr>
                    </a:p>
                  </a:txBody>
                  <a:tcPr anchor="ct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85000"/>
                      </a:schemeClr>
                    </a:solidFill>
                  </a:tcPr>
                </a:tc>
                <a:tc>
                  <a:txBody>
                    <a:bodyPr lIns="68400" rIns="68400" tIns="0" bIns="0" anchor="ctr">
                      <a:noAutofit/>
                    </a:bodyPr>
                    <a:p>
                      <a:pPr defTabSz="4388760">
                        <a:lnSpc>
                          <a:spcPct val="100000"/>
                        </a:lnSpc>
                      </a:pPr>
                      <a:r>
                        <a:rPr b="0" lang="en-GB" sz="1600" spc="-1" strike="noStrike">
                          <a:solidFill>
                            <a:schemeClr val="dk1"/>
                          </a:solidFill>
                          <a:latin typeface="Arial"/>
                        </a:rPr>
                        <a:t>10</a:t>
                      </a:r>
                      <a:endParaRPr b="0" lang="en-US" sz="1600" spc="-1" strike="noStrike">
                        <a:solidFill>
                          <a:srgbClr val="000000"/>
                        </a:solidFill>
                        <a:latin typeface="Arial"/>
                      </a:endParaRPr>
                    </a:p>
                  </a:txBody>
                  <a:tcPr anchor="ct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85000"/>
                      </a:schemeClr>
                    </a:solidFill>
                  </a:tcPr>
                </a:tc>
                <a:tc>
                  <a:txBody>
                    <a:bodyPr lIns="68400" rIns="68400" tIns="0" bIns="0" anchor="t">
                      <a:noAutofit/>
                    </a:bodyPr>
                    <a:p>
                      <a:pPr algn="r" defTabSz="4388760">
                        <a:lnSpc>
                          <a:spcPct val="100000"/>
                        </a:lnSpc>
                      </a:pPr>
                      <a:r>
                        <a:rPr b="0" lang="en-GB" sz="1600" spc="-1" strike="noStrike">
                          <a:solidFill>
                            <a:schemeClr val="dk1"/>
                          </a:solidFill>
                          <a:latin typeface="Arial"/>
                        </a:rPr>
                        <a:t>6</a:t>
                      </a:r>
                      <a:endParaRPr b="0" lang="en-US" sz="1600" spc="-1" strike="noStrike">
                        <a:solidFill>
                          <a:srgbClr val="000000"/>
                        </a:solidFill>
                        <a:latin typeface="Arial"/>
                      </a:endParaRPr>
                    </a:p>
                  </a:txBody>
                  <a:tcPr anchor="t"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85000"/>
                      </a:schemeClr>
                    </a:solidFill>
                  </a:tcPr>
                </a:tc>
              </a:tr>
            </a:tbl>
          </a:graphicData>
        </a:graphic>
      </p:graphicFrame>
      <p:sp>
        <p:nvSpPr>
          <p:cNvPr id="199" name="PlaceHolder 18"/>
          <p:cNvSpPr>
            <a:spLocks noGrp="1"/>
          </p:cNvSpPr>
          <p:nvPr>
            <p:ph/>
          </p:nvPr>
        </p:nvSpPr>
        <p:spPr>
          <a:xfrm>
            <a:off x="11459160" y="25497000"/>
            <a:ext cx="10048680" cy="846000"/>
          </a:xfrm>
          <a:prstGeom prst="rect">
            <a:avLst/>
          </a:prstGeom>
          <a:noFill/>
          <a:ln w="0">
            <a:noFill/>
          </a:ln>
        </p:spPr>
        <p:txBody>
          <a:bodyPr lIns="228600" rIns="228600" tIns="228600" bIns="228600" anchor="t">
            <a:noAutofit/>
          </a:bodyPr>
          <a:p>
            <a:pPr indent="0" defTabSz="4388760">
              <a:lnSpc>
                <a:spcPct val="100000"/>
              </a:lnSpc>
              <a:spcBef>
                <a:spcPts val="499"/>
              </a:spcBef>
              <a:buNone/>
              <a:tabLst>
                <a:tab algn="l" pos="0"/>
              </a:tabLst>
            </a:pPr>
            <a:r>
              <a:rPr b="1" i="1" lang="en-US" sz="2500" spc="-1" strike="noStrike" u="sng">
                <a:solidFill>
                  <a:schemeClr val="dk2"/>
                </a:solidFill>
                <a:uFillTx/>
                <a:latin typeface="Arial"/>
              </a:rPr>
              <a:t>CLUSTER VALIDATION</a:t>
            </a:r>
            <a:endParaRPr b="0" lang="en-US" sz="2500" spc="-1" strike="noStrike">
              <a:solidFill>
                <a:schemeClr val="dk1"/>
              </a:solidFill>
              <a:latin typeface="Calibri"/>
            </a:endParaRPr>
          </a:p>
        </p:txBody>
      </p:sp>
      <p:sp>
        <p:nvSpPr>
          <p:cNvPr id="200" name="Content Placeholder 2"/>
          <p:cNvSpPr/>
          <p:nvPr/>
        </p:nvSpPr>
        <p:spPr>
          <a:xfrm>
            <a:off x="11693880" y="8028360"/>
            <a:ext cx="9662040" cy="979200"/>
          </a:xfrm>
          <a:prstGeom prst="rect">
            <a:avLst/>
          </a:prstGeom>
          <a:noFill/>
          <a:ln w="0">
            <a:noFill/>
          </a:ln>
        </p:spPr>
        <p:style>
          <a:lnRef idx="0"/>
          <a:fillRef idx="0"/>
          <a:effectRef idx="0"/>
          <a:fontRef idx="minor"/>
        </p:style>
        <p:txBody>
          <a:bodyPr lIns="90000" rIns="90000" tIns="45000" bIns="45000" anchor="t">
            <a:normAutofit/>
          </a:bodyPr>
          <a:p>
            <a:pPr algn="just" defTabSz="4388760">
              <a:lnSpc>
                <a:spcPct val="100000"/>
              </a:lnSpc>
              <a:spcBef>
                <a:spcPts val="1919"/>
              </a:spcBef>
              <a:tabLst>
                <a:tab algn="l" pos="0"/>
              </a:tabLst>
            </a:pPr>
            <a:endParaRPr b="0" lang="en-IE" sz="9600" spc="-1" strike="noStrike">
              <a:solidFill>
                <a:schemeClr val="dk1"/>
              </a:solidFill>
              <a:latin typeface="Arial"/>
            </a:endParaRPr>
          </a:p>
        </p:txBody>
      </p:sp>
      <p:sp>
        <p:nvSpPr>
          <p:cNvPr id="201" name="PlaceHolder 19"/>
          <p:cNvSpPr>
            <a:spLocks noGrp="1"/>
          </p:cNvSpPr>
          <p:nvPr>
            <p:ph/>
          </p:nvPr>
        </p:nvSpPr>
        <p:spPr>
          <a:xfrm>
            <a:off x="11453400" y="17075520"/>
            <a:ext cx="10048680" cy="846000"/>
          </a:xfrm>
          <a:prstGeom prst="rect">
            <a:avLst/>
          </a:prstGeom>
          <a:noFill/>
          <a:ln w="0">
            <a:noFill/>
          </a:ln>
        </p:spPr>
        <p:txBody>
          <a:bodyPr lIns="228600" rIns="228600" tIns="228600" bIns="228600" anchor="t">
            <a:noAutofit/>
          </a:bodyPr>
          <a:p>
            <a:pPr indent="0" defTabSz="4388760">
              <a:lnSpc>
                <a:spcPct val="100000"/>
              </a:lnSpc>
              <a:spcBef>
                <a:spcPts val="499"/>
              </a:spcBef>
              <a:buNone/>
              <a:tabLst>
                <a:tab algn="l" pos="0"/>
              </a:tabLst>
            </a:pPr>
            <a:r>
              <a:rPr b="1" i="1" lang="en-US" sz="2500" spc="-1" strike="noStrike" u="sng">
                <a:solidFill>
                  <a:schemeClr val="dk2"/>
                </a:solidFill>
                <a:uFillTx/>
                <a:latin typeface="Arial"/>
              </a:rPr>
              <a:t>CLUSTERING</a:t>
            </a:r>
            <a:endParaRPr b="0" lang="en-US" sz="2500" spc="-1" strike="noStrike">
              <a:solidFill>
                <a:schemeClr val="dk1"/>
              </a:solidFill>
              <a:latin typeface="Calibri"/>
            </a:endParaRPr>
          </a:p>
        </p:txBody>
      </p:sp>
      <p:sp>
        <p:nvSpPr>
          <p:cNvPr id="202" name="Text Placeholder 4"/>
          <p:cNvSpPr/>
          <p:nvPr/>
        </p:nvSpPr>
        <p:spPr>
          <a:xfrm>
            <a:off x="11449440" y="17642520"/>
            <a:ext cx="10048680" cy="1554120"/>
          </a:xfrm>
          <a:prstGeom prst="rect">
            <a:avLst/>
          </a:prstGeom>
          <a:noFill/>
          <a:ln w="0">
            <a:noFill/>
          </a:ln>
        </p:spPr>
        <p:style>
          <a:lnRef idx="0"/>
          <a:fillRef idx="0"/>
          <a:effectRef idx="0"/>
          <a:fontRef idx="minor"/>
        </p:style>
        <p:txBody>
          <a:bodyPr lIns="228600" rIns="228600" tIns="228600" bIns="228600" anchor="t">
            <a:spAutoFit/>
          </a:bodyPr>
          <a:p>
            <a:pPr defTabSz="4388760">
              <a:lnSpc>
                <a:spcPct val="100000"/>
              </a:lnSpc>
              <a:spcBef>
                <a:spcPts val="479"/>
              </a:spcBef>
              <a:tabLst>
                <a:tab algn="l" pos="0"/>
              </a:tabLst>
            </a:pPr>
            <a:r>
              <a:rPr b="0" lang="en-GB" sz="2400" spc="-1" strike="noStrike">
                <a:solidFill>
                  <a:schemeClr val="dk1"/>
                </a:solidFill>
                <a:latin typeface="Arial"/>
              </a:rPr>
              <a:t>K-Means centres a cluster on an average; K-Medoids centres it on a real trading day. Both run on the same standardised data, so the comparison isolates that single decision.</a:t>
            </a:r>
            <a:endParaRPr b="0" lang="en-US" sz="2400" spc="-1" strike="noStrike">
              <a:solidFill>
                <a:srgbClr val="ffffff"/>
              </a:solidFill>
              <a:latin typeface="Arial"/>
            </a:endParaRPr>
          </a:p>
        </p:txBody>
      </p:sp>
      <p:sp>
        <p:nvSpPr>
          <p:cNvPr id="203" name="Text Placeholder 4"/>
          <p:cNvSpPr/>
          <p:nvPr/>
        </p:nvSpPr>
        <p:spPr>
          <a:xfrm>
            <a:off x="11447280" y="26027280"/>
            <a:ext cx="10048680" cy="731880"/>
          </a:xfrm>
          <a:prstGeom prst="rect">
            <a:avLst/>
          </a:prstGeom>
          <a:noFill/>
          <a:ln w="0">
            <a:noFill/>
          </a:ln>
        </p:spPr>
        <p:style>
          <a:lnRef idx="0"/>
          <a:fillRef idx="0"/>
          <a:effectRef idx="0"/>
          <a:fontRef idx="minor"/>
        </p:style>
        <p:txBody>
          <a:bodyPr lIns="228600" rIns="228600" tIns="183240" bIns="183240" anchor="t">
            <a:spAutoFit/>
          </a:bodyPr>
          <a:p>
            <a:pPr defTabSz="4388760">
              <a:lnSpc>
                <a:spcPct val="100000"/>
              </a:lnSpc>
              <a:spcBef>
                <a:spcPts val="479"/>
              </a:spcBef>
              <a:tabLst>
                <a:tab algn="l" pos="0"/>
              </a:tabLst>
            </a:pPr>
            <a:r>
              <a:rPr b="0" lang="en-GB" sz="2400" spc="-1" strike="noStrike">
                <a:solidFill>
                  <a:schemeClr val="dk1"/>
                </a:solidFill>
                <a:latin typeface="Arial"/>
              </a:rPr>
              <a:t>K-Means leads on both indices at k = 3.</a:t>
            </a:r>
            <a:endParaRPr b="0" lang="en-US" sz="2400" spc="-1" strike="noStrike">
              <a:solidFill>
                <a:srgbClr val="ffffff"/>
              </a:solidFill>
              <a:latin typeface="Arial"/>
            </a:endParaRPr>
          </a:p>
        </p:txBody>
      </p:sp>
      <p:sp>
        <p:nvSpPr>
          <p:cNvPr id="204" name="Content Placeholder 2"/>
          <p:cNvSpPr/>
          <p:nvPr/>
        </p:nvSpPr>
        <p:spPr>
          <a:xfrm>
            <a:off x="22530960" y="12554280"/>
            <a:ext cx="9795240" cy="5522400"/>
          </a:xfrm>
          <a:prstGeom prst="rect">
            <a:avLst/>
          </a:prstGeom>
          <a:noFill/>
          <a:ln w="0">
            <a:noFill/>
          </a:ln>
        </p:spPr>
        <p:style>
          <a:lnRef idx="0"/>
          <a:fillRef idx="0"/>
          <a:effectRef idx="0"/>
          <a:fontRef idx="minor"/>
        </p:style>
        <p:txBody>
          <a:bodyPr lIns="90000" rIns="90000" tIns="45000" bIns="45000" anchor="t">
            <a:noAutofit/>
          </a:bodyPr>
          <a:p>
            <a:pPr defTabSz="4388760">
              <a:lnSpc>
                <a:spcPct val="100000"/>
              </a:lnSpc>
              <a:spcBef>
                <a:spcPts val="499"/>
              </a:spcBef>
              <a:tabLst>
                <a:tab algn="l" pos="0"/>
              </a:tabLst>
            </a:pPr>
            <a:r>
              <a:rPr b="0" lang="en-IE" sz="2500" spc="-1" strike="noStrike">
                <a:solidFill>
                  <a:schemeClr val="dk1"/>
                </a:solidFill>
                <a:latin typeface="Calibri"/>
              </a:rPr>
              <a:t>Trend: GOOGL grew 23.96% a year, so the series cannot be stationary and d will be at least 1.</a:t>
            </a:r>
            <a:endParaRPr b="0" lang="en-US" sz="2500" spc="-1" strike="noStrike">
              <a:solidFill>
                <a:srgbClr val="ffffff"/>
              </a:solidFill>
              <a:latin typeface="Arial"/>
            </a:endParaRPr>
          </a:p>
          <a:p>
            <a:pPr defTabSz="4388760">
              <a:lnSpc>
                <a:spcPct val="100000"/>
              </a:lnSpc>
              <a:spcBef>
                <a:spcPts val="499"/>
              </a:spcBef>
              <a:tabLst>
                <a:tab algn="l" pos="0"/>
              </a:tabLst>
            </a:pPr>
            <a:r>
              <a:rPr b="0" lang="en-IE" sz="2500" spc="-1" strike="noStrike">
                <a:solidFill>
                  <a:schemeClr val="dk1"/>
                </a:solidFill>
                <a:latin typeface="Calibri"/>
              </a:rPr>
              <a:t>Seasonality: weak and not useful; the monthly decomposition is dominated by trend.</a:t>
            </a:r>
            <a:endParaRPr b="0" lang="en-US" sz="2500" spc="-1" strike="noStrike">
              <a:solidFill>
                <a:srgbClr val="ffffff"/>
              </a:solidFill>
              <a:latin typeface="Arial"/>
            </a:endParaRPr>
          </a:p>
          <a:p>
            <a:pPr defTabSz="4388760">
              <a:lnSpc>
                <a:spcPct val="100000"/>
              </a:lnSpc>
              <a:spcBef>
                <a:spcPts val="499"/>
              </a:spcBef>
              <a:tabLst>
                <a:tab algn="l" pos="0"/>
              </a:tabLst>
            </a:pPr>
            <a:r>
              <a:rPr b="0" lang="en-IE" sz="2500" spc="-1" strike="noStrike">
                <a:solidFill>
                  <a:schemeClr val="dk1"/>
                </a:solidFill>
                <a:latin typeface="Calibri"/>
              </a:rPr>
              <a:t>Anomalies: 36 days (1.4%) are news days, not calendar days. The largest group is 2020 (the COVID crash; 16 March 2020 fell 11.63%), and many others fall on Alphabet results dates, such as 26 April 2024 (+10.22%).</a:t>
            </a:r>
            <a:endParaRPr b="0" lang="en-US" sz="2500" spc="-1" strike="noStrike">
              <a:solidFill>
                <a:srgbClr val="ffffff"/>
              </a:solidFill>
              <a:latin typeface="Arial"/>
            </a:endParaRPr>
          </a:p>
        </p:txBody>
      </p:sp>
      <p:sp>
        <p:nvSpPr>
          <p:cNvPr id="205" name="Content Placeholder 2"/>
          <p:cNvSpPr/>
          <p:nvPr/>
        </p:nvSpPr>
        <p:spPr>
          <a:xfrm>
            <a:off x="33656400" y="29479680"/>
            <a:ext cx="9736560" cy="2620800"/>
          </a:xfrm>
          <a:prstGeom prst="rect">
            <a:avLst/>
          </a:prstGeom>
          <a:noFill/>
          <a:ln w="0">
            <a:noFill/>
          </a:ln>
        </p:spPr>
        <p:style>
          <a:lnRef idx="0"/>
          <a:fillRef idx="0"/>
          <a:effectRef idx="0"/>
          <a:fontRef idx="minor"/>
        </p:style>
        <p:txBody>
          <a:bodyPr lIns="90000" rIns="90000" tIns="45000" bIns="45000" anchor="t">
            <a:noAutofit/>
          </a:bodyPr>
          <a:p>
            <a:pPr algn="just" defTabSz="895320">
              <a:lnSpc>
                <a:spcPct val="100000"/>
              </a:lnSpc>
              <a:spcBef>
                <a:spcPts val="181"/>
              </a:spcBef>
              <a:tabLst>
                <a:tab algn="l" pos="0"/>
              </a:tabLst>
            </a:pPr>
            <a:r>
              <a:rPr b="0" lang="en-IE" sz="900" spc="-1" strike="noStrike">
                <a:solidFill>
                  <a:schemeClr val="dk1"/>
                </a:solidFill>
                <a:latin typeface="Arial"/>
              </a:rPr>
              <a:t>Akaike, H. (1974) 'A new look at the statistical model identification', IEEE Transactions on Automatic Control, 19(6), pp. 716-723.</a:t>
            </a:r>
            <a:endParaRPr b="0" lang="en-US" sz="900" spc="-1" strike="noStrike">
              <a:solidFill>
                <a:srgbClr val="ffffff"/>
              </a:solidFill>
              <a:latin typeface="Arial"/>
            </a:endParaRPr>
          </a:p>
          <a:p>
            <a:pPr algn="just" defTabSz="895320">
              <a:lnSpc>
                <a:spcPct val="100000"/>
              </a:lnSpc>
              <a:spcBef>
                <a:spcPts val="181"/>
              </a:spcBef>
              <a:tabLst>
                <a:tab algn="l" pos="0"/>
              </a:tabLst>
            </a:pPr>
            <a:r>
              <a:rPr b="0" lang="en-IE" sz="900" spc="-1" strike="noStrike">
                <a:solidFill>
                  <a:schemeClr val="dk1"/>
                </a:solidFill>
                <a:latin typeface="Arial"/>
              </a:rPr>
              <a:t>Box, G.E.P., Jenkins, G.M., Reinsel, G.C. and Ljung, G.M. (2015) Time Series Analysis: Forecasting and Control. 5th edn. Hoboken, NJ: John Wiley &amp; Sons.</a:t>
            </a:r>
            <a:endParaRPr b="0" lang="en-US" sz="900" spc="-1" strike="noStrike">
              <a:solidFill>
                <a:srgbClr val="ffffff"/>
              </a:solidFill>
              <a:latin typeface="Arial"/>
            </a:endParaRPr>
          </a:p>
          <a:p>
            <a:pPr algn="just" defTabSz="895320">
              <a:lnSpc>
                <a:spcPct val="100000"/>
              </a:lnSpc>
              <a:spcBef>
                <a:spcPts val="181"/>
              </a:spcBef>
              <a:tabLst>
                <a:tab algn="l" pos="0"/>
              </a:tabLst>
            </a:pPr>
            <a:r>
              <a:rPr b="0" lang="en-IE" sz="900" spc="-1" strike="noStrike">
                <a:solidFill>
                  <a:schemeClr val="dk1"/>
                </a:solidFill>
                <a:latin typeface="Arial"/>
              </a:rPr>
              <a:t>Davies, D.L. and Bouldin, D.W. (1979) 'A cluster separation measure', IEEE Transactions on Pattern Analysis and Machine Intelligence, PAMI-1(2), pp. 224-227.</a:t>
            </a:r>
            <a:endParaRPr b="0" lang="en-US" sz="900" spc="-1" strike="noStrike">
              <a:solidFill>
                <a:srgbClr val="ffffff"/>
              </a:solidFill>
              <a:latin typeface="Arial"/>
            </a:endParaRPr>
          </a:p>
          <a:p>
            <a:pPr algn="just" defTabSz="895320">
              <a:lnSpc>
                <a:spcPct val="100000"/>
              </a:lnSpc>
              <a:spcBef>
                <a:spcPts val="181"/>
              </a:spcBef>
              <a:tabLst>
                <a:tab algn="l" pos="0"/>
              </a:tabLst>
            </a:pPr>
            <a:r>
              <a:rPr b="0" lang="en-IE" sz="900" spc="-1" strike="noStrike">
                <a:solidFill>
                  <a:schemeClr val="dk1"/>
                </a:solidFill>
                <a:latin typeface="Arial"/>
              </a:rPr>
              <a:t>Dickey, D.A. and Fuller, W.A. (1979) 'Distribution of the estimators for autoregressive time series with a unit root', Journal of the American Statistical Association, 74(366), pp. 427-431.</a:t>
            </a:r>
            <a:endParaRPr b="0" lang="en-US" sz="900" spc="-1" strike="noStrike">
              <a:solidFill>
                <a:srgbClr val="ffffff"/>
              </a:solidFill>
              <a:latin typeface="Arial"/>
            </a:endParaRPr>
          </a:p>
          <a:p>
            <a:pPr algn="just" defTabSz="895320">
              <a:lnSpc>
                <a:spcPct val="100000"/>
              </a:lnSpc>
              <a:spcBef>
                <a:spcPts val="181"/>
              </a:spcBef>
              <a:tabLst>
                <a:tab algn="l" pos="0"/>
              </a:tabLst>
            </a:pPr>
            <a:r>
              <a:rPr b="0" lang="en-IE" sz="900" spc="-1" strike="noStrike">
                <a:solidFill>
                  <a:schemeClr val="dk1"/>
                </a:solidFill>
                <a:latin typeface="Arial"/>
              </a:rPr>
              <a:t>Kaufman, L. and Rousseeuw, P.J. (1990) Finding Groups in Data: An Introduction to Cluster Analysis. Hoboken, NJ: John Wiley &amp; Sons.</a:t>
            </a:r>
            <a:endParaRPr b="0" lang="en-US" sz="900" spc="-1" strike="noStrike">
              <a:solidFill>
                <a:srgbClr val="ffffff"/>
              </a:solidFill>
              <a:latin typeface="Arial"/>
            </a:endParaRPr>
          </a:p>
          <a:p>
            <a:pPr algn="just" defTabSz="895320">
              <a:lnSpc>
                <a:spcPct val="100000"/>
              </a:lnSpc>
              <a:spcBef>
                <a:spcPts val="181"/>
              </a:spcBef>
              <a:tabLst>
                <a:tab algn="l" pos="0"/>
              </a:tabLst>
            </a:pPr>
            <a:r>
              <a:rPr b="0" lang="en-IE" sz="900" spc="-1" strike="noStrike">
                <a:solidFill>
                  <a:schemeClr val="dk1"/>
                </a:solidFill>
                <a:latin typeface="Arial"/>
              </a:rPr>
              <a:t>Kwiatkowski, D., Phillips, P.C.B., Schmidt, P. and Shin, Y. (1992) 'Testing the null hypothesis of stationarity against the alternative of a unit root', Journal of Econometrics, 54(1-3), pp. 159-178.</a:t>
            </a:r>
            <a:endParaRPr b="0" lang="en-US" sz="900" spc="-1" strike="noStrike">
              <a:solidFill>
                <a:srgbClr val="ffffff"/>
              </a:solidFill>
              <a:latin typeface="Arial"/>
            </a:endParaRPr>
          </a:p>
          <a:p>
            <a:pPr algn="just" defTabSz="895320">
              <a:lnSpc>
                <a:spcPct val="100000"/>
              </a:lnSpc>
              <a:spcBef>
                <a:spcPts val="181"/>
              </a:spcBef>
              <a:tabLst>
                <a:tab algn="l" pos="0"/>
              </a:tabLst>
            </a:pPr>
            <a:r>
              <a:rPr b="0" lang="en-IE" sz="900" spc="-1" strike="noStrike">
                <a:solidFill>
                  <a:schemeClr val="dk1"/>
                </a:solidFill>
                <a:latin typeface="Arial"/>
              </a:rPr>
              <a:t>Novikov, A.V. (2019) 'PyClustering: data mining library', Journal of Open Source Software, 4(36), p. 1230.</a:t>
            </a:r>
            <a:endParaRPr b="0" lang="en-US" sz="900" spc="-1" strike="noStrike">
              <a:solidFill>
                <a:srgbClr val="ffffff"/>
              </a:solidFill>
              <a:latin typeface="Arial"/>
            </a:endParaRPr>
          </a:p>
          <a:p>
            <a:pPr algn="just" defTabSz="895320">
              <a:lnSpc>
                <a:spcPct val="100000"/>
              </a:lnSpc>
              <a:spcBef>
                <a:spcPts val="181"/>
              </a:spcBef>
              <a:tabLst>
                <a:tab algn="l" pos="0"/>
              </a:tabLst>
            </a:pPr>
            <a:r>
              <a:rPr b="0" lang="en-IE" sz="900" spc="-1" strike="noStrike">
                <a:solidFill>
                  <a:schemeClr val="dk1"/>
                </a:solidFill>
                <a:latin typeface="Arial"/>
              </a:rPr>
              <a:t>Pedregosa, F. et al. (2011) 'Scikit-learn: machine learning in Python', Journal of Machine Learning Research, 12, pp. 2825-2830.</a:t>
            </a:r>
            <a:endParaRPr b="0" lang="en-US" sz="900" spc="-1" strike="noStrike">
              <a:solidFill>
                <a:srgbClr val="ffffff"/>
              </a:solidFill>
              <a:latin typeface="Arial"/>
            </a:endParaRPr>
          </a:p>
          <a:p>
            <a:pPr algn="just" defTabSz="895320">
              <a:lnSpc>
                <a:spcPct val="100000"/>
              </a:lnSpc>
              <a:spcBef>
                <a:spcPts val="181"/>
              </a:spcBef>
              <a:tabLst>
                <a:tab algn="l" pos="0"/>
              </a:tabLst>
            </a:pPr>
            <a:r>
              <a:rPr b="0" lang="en-IE" sz="900" spc="-1" strike="noStrike">
                <a:solidFill>
                  <a:schemeClr val="dk1"/>
                </a:solidFill>
                <a:latin typeface="Arial"/>
              </a:rPr>
              <a:t>Rousseeuw, P.J. (1987) 'Silhouettes: a graphical aid to the interpretation and validation of cluster analysis', Journal of Computational and Applied Mathematics, 20, pp. 53-65.</a:t>
            </a:r>
            <a:endParaRPr b="0" lang="en-US" sz="900" spc="-1" strike="noStrike">
              <a:solidFill>
                <a:srgbClr val="ffffff"/>
              </a:solidFill>
              <a:latin typeface="Arial"/>
            </a:endParaRPr>
          </a:p>
          <a:p>
            <a:pPr algn="just" defTabSz="895320">
              <a:lnSpc>
                <a:spcPct val="100000"/>
              </a:lnSpc>
              <a:spcBef>
                <a:spcPts val="181"/>
              </a:spcBef>
              <a:tabLst>
                <a:tab algn="l" pos="0"/>
              </a:tabLst>
            </a:pPr>
            <a:r>
              <a:rPr b="0" lang="en-IE" sz="900" spc="-1" strike="noStrike">
                <a:solidFill>
                  <a:schemeClr val="dk1"/>
                </a:solidFill>
                <a:latin typeface="Arial"/>
              </a:rPr>
              <a:t>Seabold, S. and Perktold, J. (2010) 'Statsmodels: econometric and statistical modeling with Python', Proceedings of the 9th Python in Science Conference. Austin, TX, pp. 92-96.</a:t>
            </a:r>
            <a:endParaRPr b="0" lang="en-US" sz="900" spc="-1" strike="noStrike">
              <a:solidFill>
                <a:srgbClr val="ffffff"/>
              </a:solidFill>
              <a:latin typeface="Arial"/>
            </a:endParaRPr>
          </a:p>
          <a:p>
            <a:pPr algn="just" defTabSz="895320">
              <a:lnSpc>
                <a:spcPct val="100000"/>
              </a:lnSpc>
              <a:spcBef>
                <a:spcPts val="181"/>
              </a:spcBef>
              <a:tabLst>
                <a:tab algn="l" pos="0"/>
              </a:tabLst>
            </a:pPr>
            <a:r>
              <a:rPr b="0" lang="en-IE" sz="900" spc="-1" strike="noStrike">
                <a:solidFill>
                  <a:schemeClr val="dk1"/>
                </a:solidFill>
                <a:latin typeface="Arial"/>
              </a:rPr>
              <a:t>Yahoo Finance (2026) Alphabet Inc. (GOOGL) historical data. Available at: https://finance.yahoo.com/quote/GOOGL/history/ (Accessed: 28 October 2026).</a:t>
            </a:r>
            <a:endParaRPr b="0" lang="en-US" sz="900" spc="-1" strike="noStrike">
              <a:solidFill>
                <a:srgbClr val="ffffff"/>
              </a:solidFill>
              <a:latin typeface="Arial"/>
            </a:endParaRPr>
          </a:p>
        </p:txBody>
      </p:sp>
      <p:pic>
        <p:nvPicPr>
          <p:cNvPr id="206" name="Picture 4100" descr="11_arima_static_forecast.png"/>
          <p:cNvPicPr/>
          <p:nvPr/>
        </p:nvPicPr>
        <p:blipFill>
          <a:blip r:embed="rId1"/>
          <a:stretch/>
        </p:blipFill>
        <p:spPr>
          <a:xfrm>
            <a:off x="918360" y="23540400"/>
            <a:ext cx="9196920" cy="3849840"/>
          </a:xfrm>
          <a:prstGeom prst="rect">
            <a:avLst/>
          </a:prstGeom>
          <a:ln w="0">
            <a:noFill/>
          </a:ln>
        </p:spPr>
      </p:pic>
      <p:pic>
        <p:nvPicPr>
          <p:cNvPr id="207" name="Picture 4101" descr="01_price_moving_averages_volatility_volume.png"/>
          <p:cNvPicPr/>
          <p:nvPr/>
        </p:nvPicPr>
        <p:blipFill>
          <a:blip r:embed="rId2"/>
          <a:stretch/>
        </p:blipFill>
        <p:spPr>
          <a:xfrm>
            <a:off x="11720520" y="9728280"/>
            <a:ext cx="9501120" cy="7450560"/>
          </a:xfrm>
          <a:prstGeom prst="rect">
            <a:avLst/>
          </a:prstGeom>
          <a:ln w="0">
            <a:noFill/>
          </a:ln>
        </p:spPr>
      </p:pic>
      <p:pic>
        <p:nvPicPr>
          <p:cNvPr id="208" name="Picture 4102" descr="05_pca_clusters_kmedoids_kmeans.png"/>
          <p:cNvPicPr/>
          <p:nvPr/>
        </p:nvPicPr>
        <p:blipFill>
          <a:blip r:embed="rId3"/>
          <a:stretch/>
        </p:blipFill>
        <p:spPr>
          <a:xfrm>
            <a:off x="11564640" y="19170360"/>
            <a:ext cx="9795240" cy="3549600"/>
          </a:xfrm>
          <a:prstGeom prst="rect">
            <a:avLst/>
          </a:prstGeom>
          <a:ln w="0">
            <a:noFill/>
          </a:ln>
        </p:spPr>
      </p:pic>
      <p:pic>
        <p:nvPicPr>
          <p:cNvPr id="209" name="Picture 4103" descr="08_anomalies_on_returns.png"/>
          <p:cNvPicPr/>
          <p:nvPr/>
        </p:nvPicPr>
        <p:blipFill>
          <a:blip r:embed="rId4"/>
          <a:stretch/>
        </p:blipFill>
        <p:spPr>
          <a:xfrm>
            <a:off x="22401360" y="17642520"/>
            <a:ext cx="9965160" cy="3154320"/>
          </a:xfrm>
          <a:prstGeom prst="rect">
            <a:avLst/>
          </a:prstGeom>
          <a:ln w="0">
            <a:noFill/>
          </a:ln>
        </p:spPr>
      </p:pic>
      <p:pic>
        <p:nvPicPr>
          <p:cNvPr id="210" name="Picture 4104" descr="04_silhouette_davies_bouldin_by_k.png"/>
          <p:cNvPicPr/>
          <p:nvPr/>
        </p:nvPicPr>
        <p:blipFill>
          <a:blip r:embed="rId5"/>
          <a:stretch/>
        </p:blipFill>
        <p:spPr>
          <a:xfrm>
            <a:off x="33408360" y="10820520"/>
            <a:ext cx="9841320" cy="3115080"/>
          </a:xfrm>
          <a:prstGeom prst="rect">
            <a:avLst/>
          </a:prstGeom>
          <a:ln w="0">
            <a:noFill/>
          </a:ln>
        </p:spPr>
      </p:pic>
      <p:pic>
        <p:nvPicPr>
          <p:cNvPr id="211" name="Picture 4105" descr="10_acf_pacf_differenced.png"/>
          <p:cNvPicPr/>
          <p:nvPr/>
        </p:nvPicPr>
        <p:blipFill>
          <a:blip r:embed="rId6"/>
          <a:stretch/>
        </p:blipFill>
        <p:spPr>
          <a:xfrm>
            <a:off x="34517880" y="16426080"/>
            <a:ext cx="7606440" cy="5247720"/>
          </a:xfrm>
          <a:prstGeom prst="rect">
            <a:avLst/>
          </a:prstGeom>
          <a:ln w="0">
            <a:noFill/>
          </a:ln>
        </p:spPr>
      </p:pic>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36x48-Template-V2b">
  <a:themeElements>
    <a:clrScheme name="Metro">
      <a:dk1>
        <a:srgbClr val="000000"/>
      </a:dk1>
      <a:lt1>
        <a:srgbClr val="ffffff"/>
      </a:lt1>
      <a:dk2>
        <a:srgbClr val="4e5b6f"/>
      </a:dk2>
      <a:lt2>
        <a:srgbClr val="d6ecff"/>
      </a:lt2>
      <a:accent1>
        <a:srgbClr val="7fd13b"/>
      </a:accent1>
      <a:accent2>
        <a:srgbClr val="ea157a"/>
      </a:accent2>
      <a:accent3>
        <a:srgbClr val="feb80a"/>
      </a:accent3>
      <a:accent4>
        <a:srgbClr val="00addc"/>
      </a:accent4>
      <a:accent5>
        <a:srgbClr val="738ac8"/>
      </a:accent5>
      <a:accent6>
        <a:srgbClr val="1ab39f"/>
      </a:accent6>
      <a:hlink>
        <a:srgbClr val="eb8803"/>
      </a:hlink>
      <a:folHlink>
        <a:srgbClr val="5f7791"/>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2.xml><?xml version="1.0" encoding="utf-8"?>
<a:theme xmlns:a="http://schemas.openxmlformats.org/drawingml/2006/main" xmlns:r="http://schemas.openxmlformats.org/officeDocument/2006/relationships" name="1_Classic 3 Columns">
  <a:themeElements>
    <a:clrScheme name="Metro">
      <a:dk1>
        <a:srgbClr val="000000"/>
      </a:dk1>
      <a:lt1>
        <a:srgbClr val="ffffff"/>
      </a:lt1>
      <a:dk2>
        <a:srgbClr val="4e5b6f"/>
      </a:dk2>
      <a:lt2>
        <a:srgbClr val="d6ecff"/>
      </a:lt2>
      <a:accent1>
        <a:srgbClr val="7fd13b"/>
      </a:accent1>
      <a:accent2>
        <a:srgbClr val="ea157a"/>
      </a:accent2>
      <a:accent3>
        <a:srgbClr val="feb80a"/>
      </a:accent3>
      <a:accent4>
        <a:srgbClr val="00addc"/>
      </a:accent4>
      <a:accent5>
        <a:srgbClr val="738ac8"/>
      </a:accent5>
      <a:accent6>
        <a:srgbClr val="1ab39f"/>
      </a:accent6>
      <a:hlink>
        <a:srgbClr val="eb8803"/>
      </a:hlink>
      <a:folHlink>
        <a:srgbClr val="5f7791"/>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3.xml><?xml version="1.0" encoding="utf-8"?>
<a:theme xmlns:a="http://schemas.openxmlformats.org/drawingml/2006/main" xmlns:r="http://schemas.openxmlformats.org/officeDocument/2006/relationships" name="Classic - Wide Center">
  <a:themeElements>
    <a:clrScheme name="Metro">
      <a:dk1>
        <a:srgbClr val="000000"/>
      </a:dk1>
      <a:lt1>
        <a:srgbClr val="ffffff"/>
      </a:lt1>
      <a:dk2>
        <a:srgbClr val="4e5b6f"/>
      </a:dk2>
      <a:lt2>
        <a:srgbClr val="d6ecff"/>
      </a:lt2>
      <a:accent1>
        <a:srgbClr val="7fd13b"/>
      </a:accent1>
      <a:accent2>
        <a:srgbClr val="ea157a"/>
      </a:accent2>
      <a:accent3>
        <a:srgbClr val="feb80a"/>
      </a:accent3>
      <a:accent4>
        <a:srgbClr val="00addc"/>
      </a:accent4>
      <a:accent5>
        <a:srgbClr val="738ac8"/>
      </a:accent5>
      <a:accent6>
        <a:srgbClr val="1ab39f"/>
      </a:accent6>
      <a:hlink>
        <a:srgbClr val="eb8803"/>
      </a:hlink>
      <a:folHlink>
        <a:srgbClr val="5f7791"/>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36x48-Template-V2b</Template>
  <TotalTime>3454</TotalTime>
  <Application>LibreOffice/24.2.0.3$MacOSX_X86_64 LibreOffice_project/da48488a73ddd66ea24cf16bbc4f7b9c08e9bea1</Application>
  <AppVersion>15.0000</AppVersion>
  <Words>1587</Words>
  <Paragraphs>102</Paragraphs>
  <Company>Hewlett-Packard Company</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2012-02-03T19:11:35Z</dcterms:created>
  <dc:creator>CanterburyMedia</dc:creator>
  <dc:description>This template is the property of PosterPresentations.com. Call us if you need help with this poster template._x005F_x000d_
1-866-649-3004           _x005F_x000d_
 (c)PosterPresentations.com</dc:description>
  <dc:language>en-US</dc:language>
  <cp:lastModifiedBy/>
  <dcterms:modified xsi:type="dcterms:W3CDTF">2026-10-30T23:57:38Z</dcterms:modified>
  <cp:revision>121</cp:revision>
  <dc:subject/>
  <dc:title>PowerPoint Presentation</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1</vt:i4>
  </property>
  <property fmtid="{D5CDD505-2E9C-101B-9397-08002B2CF9AE}" pid="3" name="PresentationFormat">
    <vt:lpwstr>Custom</vt:lpwstr>
  </property>
  <property fmtid="{D5CDD505-2E9C-101B-9397-08002B2CF9AE}" pid="4" name="Slides">
    <vt:i4>1</vt:i4>
  </property>
</Properties>
</file>